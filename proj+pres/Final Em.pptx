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98" r:id="rId3"/>
    <p:sldId id="258" r:id="rId4"/>
    <p:sldId id="299" r:id="rId5"/>
    <p:sldId id="260" r:id="rId6"/>
    <p:sldId id="301" r:id="rId7"/>
    <p:sldId id="261" r:id="rId8"/>
    <p:sldId id="302" r:id="rId9"/>
    <p:sldId id="304" r:id="rId10"/>
    <p:sldId id="306" r:id="rId11"/>
    <p:sldId id="311" r:id="rId12"/>
    <p:sldId id="318" r:id="rId13"/>
    <p:sldId id="316" r:id="rId14"/>
    <p:sldId id="317" r:id="rId15"/>
    <p:sldId id="315" r:id="rId16"/>
    <p:sldId id="305" r:id="rId17"/>
  </p:sldIdLst>
  <p:sldSz cx="9144000" cy="5143500" type="screen16x9"/>
  <p:notesSz cx="6858000" cy="9144000"/>
  <p:embeddedFontLst>
    <p:embeddedFont>
      <p:font typeface="Nunito Light" pitchFamily="2" charset="0"/>
      <p:regular r:id="rId19"/>
    </p:embeddedFont>
    <p:embeddedFont>
      <p:font typeface="Poppins" panose="00000500000000000000"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63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sz="1200" i="1">
              <a:solidFill>
                <a:srgbClr val="595959"/>
              </a:solidFill>
              <a:latin typeface="Anaheim"/>
              <a:ea typeface="Anaheim"/>
              <a:cs typeface="Anaheim"/>
              <a:sym typeface="Anaheim"/>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402c295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402c295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402c295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402c295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402c295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402c295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402c295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402c295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402c295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402c295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402c295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402c295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402c295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402c295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402c295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402c295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402c2953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402c2953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stretch>
            <a:fillRect/>
          </a:stretch>
        </p:blipFill>
        <p:spPr>
          <a:xfrm>
            <a:off x="-25" y="0"/>
            <a:ext cx="9144000" cy="5143500"/>
          </a:xfrm>
          <a:prstGeom prst="rect">
            <a:avLst/>
          </a:prstGeom>
          <a:noFill/>
          <a:ln>
            <a:noFill/>
          </a:ln>
        </p:spPr>
      </p:pic>
      <p:sp>
        <p:nvSpPr>
          <p:cNvPr id="10" name="Google Shape;10;p2"/>
          <p:cNvSpPr txBox="1">
            <a:spLocks noGrp="1"/>
          </p:cNvSpPr>
          <p:nvPr>
            <p:ph type="ctrTitle"/>
          </p:nvPr>
        </p:nvSpPr>
        <p:spPr>
          <a:xfrm>
            <a:off x="972300" y="1482800"/>
            <a:ext cx="7199400" cy="14772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972300" y="3239202"/>
            <a:ext cx="7199400" cy="421500"/>
          </a:xfrm>
          <a:prstGeom prst="rect">
            <a:avLst/>
          </a:prstGeom>
          <a:noFill/>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6825" y="1613"/>
            <a:ext cx="9163538" cy="5147081"/>
            <a:chOff x="-21325" y="-6819"/>
            <a:chExt cx="9163538" cy="5147081"/>
          </a:xfrm>
        </p:grpSpPr>
        <p:grpSp>
          <p:nvGrpSpPr>
            <p:cNvPr id="13" name="Google Shape;13;p2"/>
            <p:cNvGrpSpPr/>
            <p:nvPr/>
          </p:nvGrpSpPr>
          <p:grpSpPr>
            <a:xfrm>
              <a:off x="2626712" y="4610687"/>
              <a:ext cx="6515501" cy="529575"/>
              <a:chOff x="2626712" y="4610687"/>
              <a:chExt cx="6515501" cy="529575"/>
            </a:xfrm>
          </p:grpSpPr>
          <p:pic>
            <p:nvPicPr>
              <p:cNvPr id="14" name="Google Shape;14;p2"/>
              <p:cNvPicPr preferRelativeResize="0"/>
              <p:nvPr/>
            </p:nvPicPr>
            <p:blipFill>
              <a:blip r:embed="rId3"/>
              <a:stretch>
                <a:fillRect/>
              </a:stretch>
            </p:blipFill>
            <p:spPr>
              <a:xfrm rot="10800000">
                <a:off x="2626712" y="4610687"/>
                <a:ext cx="6515501" cy="529575"/>
              </a:xfrm>
              <a:prstGeom prst="rect">
                <a:avLst/>
              </a:prstGeom>
              <a:noFill/>
              <a:ln>
                <a:noFill/>
              </a:ln>
            </p:spPr>
          </p:pic>
          <p:pic>
            <p:nvPicPr>
              <p:cNvPr id="15" name="Google Shape;15;p2"/>
              <p:cNvPicPr preferRelativeResize="0"/>
              <p:nvPr/>
            </p:nvPicPr>
            <p:blipFill>
              <a:blip r:embed="rId4"/>
              <a:stretch>
                <a:fillRect/>
              </a:stretch>
            </p:blipFill>
            <p:spPr>
              <a:xfrm rot="10800000">
                <a:off x="7293388" y="4840980"/>
                <a:ext cx="1585464" cy="69000"/>
              </a:xfrm>
              <a:prstGeom prst="rect">
                <a:avLst/>
              </a:prstGeom>
              <a:noFill/>
              <a:ln>
                <a:noFill/>
              </a:ln>
            </p:spPr>
          </p:pic>
        </p:grpSp>
        <p:grpSp>
          <p:nvGrpSpPr>
            <p:cNvPr id="16" name="Google Shape;16;p2"/>
            <p:cNvGrpSpPr/>
            <p:nvPr/>
          </p:nvGrpSpPr>
          <p:grpSpPr>
            <a:xfrm>
              <a:off x="-21325" y="-6819"/>
              <a:ext cx="6523526" cy="536050"/>
              <a:chOff x="-21325" y="-6819"/>
              <a:chExt cx="6523526" cy="536050"/>
            </a:xfrm>
          </p:grpSpPr>
          <p:pic>
            <p:nvPicPr>
              <p:cNvPr id="17" name="Google Shape;17;p2"/>
              <p:cNvPicPr preferRelativeResize="0"/>
              <p:nvPr/>
            </p:nvPicPr>
            <p:blipFill>
              <a:blip r:embed="rId5"/>
              <a:stretch>
                <a:fillRect/>
              </a:stretch>
            </p:blipFill>
            <p:spPr>
              <a:xfrm>
                <a:off x="-21325" y="-6819"/>
                <a:ext cx="6523526" cy="536050"/>
              </a:xfrm>
              <a:prstGeom prst="rect">
                <a:avLst/>
              </a:prstGeom>
              <a:noFill/>
              <a:ln>
                <a:noFill/>
              </a:ln>
            </p:spPr>
          </p:pic>
          <p:pic>
            <p:nvPicPr>
              <p:cNvPr id="18" name="Google Shape;18;p2"/>
              <p:cNvPicPr preferRelativeResize="0"/>
              <p:nvPr/>
            </p:nvPicPr>
            <p:blipFill>
              <a:blip r:embed="rId4"/>
              <a:stretch>
                <a:fillRect/>
              </a:stretch>
            </p:blipFill>
            <p:spPr>
              <a:xfrm>
                <a:off x="243800" y="239786"/>
                <a:ext cx="1585464" cy="69000"/>
              </a:xfrm>
              <a:prstGeom prst="rect">
                <a:avLst/>
              </a:prstGeom>
              <a:noFill/>
              <a:ln>
                <a:noFill/>
              </a:ln>
            </p:spPr>
          </p:pic>
        </p:grpSp>
      </p:grpSp>
      <p:grpSp>
        <p:nvGrpSpPr>
          <p:cNvPr id="19" name="Google Shape;19;p2"/>
          <p:cNvGrpSpPr/>
          <p:nvPr/>
        </p:nvGrpSpPr>
        <p:grpSpPr>
          <a:xfrm>
            <a:off x="-6819" y="-7400"/>
            <a:ext cx="9157637" cy="5158300"/>
            <a:chOff x="0" y="0"/>
            <a:chExt cx="9157637" cy="5158300"/>
          </a:xfrm>
        </p:grpSpPr>
        <p:pic>
          <p:nvPicPr>
            <p:cNvPr id="20" name="Google Shape;20;p2"/>
            <p:cNvPicPr preferRelativeResize="0"/>
            <p:nvPr/>
          </p:nvPicPr>
          <p:blipFill>
            <a:blip r:embed="rId6"/>
            <a:stretch>
              <a:fillRect/>
            </a:stretch>
          </p:blipFill>
          <p:spPr>
            <a:xfrm>
              <a:off x="7906088" y="0"/>
              <a:ext cx="1251550" cy="1251550"/>
            </a:xfrm>
            <a:prstGeom prst="rect">
              <a:avLst/>
            </a:prstGeom>
            <a:noFill/>
            <a:ln>
              <a:noFill/>
            </a:ln>
          </p:spPr>
        </p:pic>
        <p:pic>
          <p:nvPicPr>
            <p:cNvPr id="21" name="Google Shape;21;p2"/>
            <p:cNvPicPr preferRelativeResize="0"/>
            <p:nvPr/>
          </p:nvPicPr>
          <p:blipFill>
            <a:blip r:embed="rId7"/>
            <a:stretch>
              <a:fillRect/>
            </a:stretch>
          </p:blipFill>
          <p:spPr>
            <a:xfrm>
              <a:off x="0" y="3906750"/>
              <a:ext cx="1251550" cy="1251550"/>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2"/>
        <p:cNvGrpSpPr/>
        <p:nvPr/>
      </p:nvGrpSpPr>
      <p:grpSpPr>
        <a:xfrm>
          <a:off x="0" y="0"/>
          <a:ext cx="0" cy="0"/>
          <a:chOff x="0" y="0"/>
          <a:chExt cx="0" cy="0"/>
        </a:xfrm>
      </p:grpSpPr>
      <p:pic>
        <p:nvPicPr>
          <p:cNvPr id="23" name="Google Shape;23;p3"/>
          <p:cNvPicPr preferRelativeResize="0"/>
          <p:nvPr/>
        </p:nvPicPr>
        <p:blipFill>
          <a:blip r:embed="rId2"/>
          <a:stretch>
            <a:fillRect/>
          </a:stretch>
        </p:blipFill>
        <p:spPr>
          <a:xfrm>
            <a:off x="-25" y="0"/>
            <a:ext cx="9144000" cy="5143500"/>
          </a:xfrm>
          <a:prstGeom prst="rect">
            <a:avLst/>
          </a:prstGeom>
          <a:noFill/>
          <a:ln>
            <a:noFill/>
          </a:ln>
        </p:spPr>
      </p:pic>
      <p:pic>
        <p:nvPicPr>
          <p:cNvPr id="24" name="Google Shape;24;p3"/>
          <p:cNvPicPr preferRelativeResize="0"/>
          <p:nvPr/>
        </p:nvPicPr>
        <p:blipFill>
          <a:blip r:embed="rId3"/>
          <a:stretch>
            <a:fillRect/>
          </a:stretch>
        </p:blipFill>
        <p:spPr>
          <a:xfrm>
            <a:off x="8171225" y="0"/>
            <a:ext cx="972775" cy="972775"/>
          </a:xfrm>
          <a:prstGeom prst="rect">
            <a:avLst/>
          </a:prstGeom>
          <a:noFill/>
          <a:ln>
            <a:noFill/>
          </a:ln>
        </p:spPr>
      </p:pic>
      <p:grpSp>
        <p:nvGrpSpPr>
          <p:cNvPr id="25" name="Google Shape;25;p3"/>
          <p:cNvGrpSpPr/>
          <p:nvPr/>
        </p:nvGrpSpPr>
        <p:grpSpPr>
          <a:xfrm>
            <a:off x="4303195" y="4617494"/>
            <a:ext cx="4845850" cy="529600"/>
            <a:chOff x="4296376" y="4610675"/>
            <a:chExt cx="4845850" cy="529600"/>
          </a:xfrm>
        </p:grpSpPr>
        <p:pic>
          <p:nvPicPr>
            <p:cNvPr id="26" name="Google Shape;26;p3"/>
            <p:cNvPicPr preferRelativeResize="0"/>
            <p:nvPr/>
          </p:nvPicPr>
          <p:blipFill>
            <a:blip r:embed="rId4"/>
            <a:stretch>
              <a:fillRect/>
            </a:stretch>
          </p:blipFill>
          <p:spPr>
            <a:xfrm rot="10800000">
              <a:off x="4296376" y="4610675"/>
              <a:ext cx="4845850" cy="529600"/>
            </a:xfrm>
            <a:prstGeom prst="rect">
              <a:avLst/>
            </a:prstGeom>
            <a:noFill/>
            <a:ln>
              <a:noFill/>
            </a:ln>
          </p:spPr>
        </p:pic>
        <p:pic>
          <p:nvPicPr>
            <p:cNvPr id="27" name="Google Shape;27;p3"/>
            <p:cNvPicPr preferRelativeResize="0"/>
            <p:nvPr/>
          </p:nvPicPr>
          <p:blipFill>
            <a:blip r:embed="rId5"/>
            <a:stretch>
              <a:fillRect/>
            </a:stretch>
          </p:blipFill>
          <p:spPr>
            <a:xfrm rot="10800000">
              <a:off x="7293388" y="4840980"/>
              <a:ext cx="1585464" cy="69000"/>
            </a:xfrm>
            <a:prstGeom prst="rect">
              <a:avLst/>
            </a:prstGeom>
            <a:noFill/>
            <a:ln>
              <a:noFill/>
            </a:ln>
          </p:spPr>
        </p:pic>
      </p:grpSp>
      <p:sp>
        <p:nvSpPr>
          <p:cNvPr id="28" name="Google Shape;28;p3"/>
          <p:cNvSpPr txBox="1">
            <a:spLocks noGrp="1"/>
          </p:cNvSpPr>
          <p:nvPr>
            <p:ph type="title"/>
          </p:nvPr>
        </p:nvSpPr>
        <p:spPr>
          <a:xfrm>
            <a:off x="4047175" y="2409650"/>
            <a:ext cx="4383600" cy="13917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9" name="Google Shape;29;p3"/>
          <p:cNvSpPr txBox="1">
            <a:spLocks noGrp="1"/>
          </p:cNvSpPr>
          <p:nvPr>
            <p:ph type="title" idx="2" hasCustomPrompt="1"/>
          </p:nvPr>
        </p:nvSpPr>
        <p:spPr>
          <a:xfrm>
            <a:off x="5690275" y="1037350"/>
            <a:ext cx="1097400" cy="10974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 name="Google Shape;30;p3"/>
          <p:cNvSpPr>
            <a:spLocks noGrp="1"/>
          </p:cNvSpPr>
          <p:nvPr>
            <p:ph type="pic" idx="3"/>
          </p:nvPr>
        </p:nvSpPr>
        <p:spPr>
          <a:xfrm>
            <a:off x="713225" y="539500"/>
            <a:ext cx="2760600" cy="4064400"/>
          </a:xfrm>
          <a:prstGeom prst="round2DiagRect">
            <a:avLst>
              <a:gd name="adj1" fmla="val 16667"/>
              <a:gd name="adj2" fmla="val 0"/>
            </a:avLst>
          </a:prstGeom>
          <a:noFill/>
          <a:ln>
            <a:no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6"/>
        <p:cNvGrpSpPr/>
        <p:nvPr/>
      </p:nvGrpSpPr>
      <p:grpSpPr>
        <a:xfrm>
          <a:off x="0" y="0"/>
          <a:ext cx="0" cy="0"/>
          <a:chOff x="0" y="0"/>
          <a:chExt cx="0" cy="0"/>
        </a:xfrm>
      </p:grpSpPr>
      <p:pic>
        <p:nvPicPr>
          <p:cNvPr id="57" name="Google Shape;57;p7"/>
          <p:cNvPicPr preferRelativeResize="0"/>
          <p:nvPr/>
        </p:nvPicPr>
        <p:blipFill>
          <a:blip r:embed="rId2"/>
          <a:stretch>
            <a:fillRect/>
          </a:stretch>
        </p:blipFill>
        <p:spPr>
          <a:xfrm>
            <a:off x="-25" y="0"/>
            <a:ext cx="9144000" cy="5143500"/>
          </a:xfrm>
          <a:prstGeom prst="rect">
            <a:avLst/>
          </a:prstGeom>
          <a:noFill/>
          <a:ln>
            <a:noFill/>
          </a:ln>
        </p:spPr>
      </p:pic>
      <p:sp>
        <p:nvSpPr>
          <p:cNvPr id="58" name="Google Shape;58;p7"/>
          <p:cNvSpPr txBox="1">
            <a:spLocks noGrp="1"/>
          </p:cNvSpPr>
          <p:nvPr>
            <p:ph type="title"/>
          </p:nvPr>
        </p:nvSpPr>
        <p:spPr>
          <a:xfrm>
            <a:off x="713225" y="987538"/>
            <a:ext cx="4294800" cy="1062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59" name="Google Shape;59;p7"/>
          <p:cNvSpPr txBox="1">
            <a:spLocks noGrp="1"/>
          </p:cNvSpPr>
          <p:nvPr>
            <p:ph type="subTitle" idx="1"/>
          </p:nvPr>
        </p:nvSpPr>
        <p:spPr>
          <a:xfrm>
            <a:off x="713225" y="2109663"/>
            <a:ext cx="4294800" cy="250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60" name="Google Shape;60;p7"/>
          <p:cNvSpPr>
            <a:spLocks noGrp="1"/>
          </p:cNvSpPr>
          <p:nvPr>
            <p:ph type="pic" idx="2"/>
          </p:nvPr>
        </p:nvSpPr>
        <p:spPr>
          <a:xfrm>
            <a:off x="5643775" y="539500"/>
            <a:ext cx="2787000" cy="4064400"/>
          </a:xfrm>
          <a:prstGeom prst="round2DiagRect">
            <a:avLst>
              <a:gd name="adj1" fmla="val 16667"/>
              <a:gd name="adj2" fmla="val 0"/>
            </a:avLst>
          </a:prstGeom>
          <a:noFill/>
          <a:ln>
            <a:noFill/>
          </a:ln>
        </p:spPr>
      </p:sp>
      <p:pic>
        <p:nvPicPr>
          <p:cNvPr id="61" name="Google Shape;61;p7"/>
          <p:cNvPicPr preferRelativeResize="0"/>
          <p:nvPr/>
        </p:nvPicPr>
        <p:blipFill>
          <a:blip r:embed="rId3"/>
          <a:stretch>
            <a:fillRect/>
          </a:stretch>
        </p:blipFill>
        <p:spPr>
          <a:xfrm rot="-5400000" flipH="1">
            <a:off x="-25" y="4170725"/>
            <a:ext cx="972775" cy="972775"/>
          </a:xfrm>
          <a:prstGeom prst="rect">
            <a:avLst/>
          </a:prstGeom>
          <a:noFill/>
          <a:ln>
            <a:noFill/>
          </a:ln>
        </p:spPr>
      </p:pic>
      <p:pic>
        <p:nvPicPr>
          <p:cNvPr id="62" name="Google Shape;62;p7"/>
          <p:cNvPicPr preferRelativeResize="0"/>
          <p:nvPr/>
        </p:nvPicPr>
        <p:blipFill rotWithShape="1">
          <a:blip r:embed="rId4"/>
          <a:srcRect t="129" b="129"/>
          <a:stretch>
            <a:fillRect/>
          </a:stretch>
        </p:blipFill>
        <p:spPr>
          <a:xfrm rot="-5400000">
            <a:off x="7509601" y="3503753"/>
            <a:ext cx="1716695" cy="1307947"/>
          </a:xfrm>
          <a:prstGeom prst="rect">
            <a:avLst/>
          </a:prstGeom>
          <a:noFill/>
          <a:ln>
            <a:noFill/>
          </a:ln>
        </p:spPr>
      </p:pic>
      <p:grpSp>
        <p:nvGrpSpPr>
          <p:cNvPr id="63" name="Google Shape;63;p7"/>
          <p:cNvGrpSpPr/>
          <p:nvPr/>
        </p:nvGrpSpPr>
        <p:grpSpPr>
          <a:xfrm>
            <a:off x="0" y="0"/>
            <a:ext cx="5837899" cy="536050"/>
            <a:chOff x="0" y="0"/>
            <a:chExt cx="5837899" cy="536050"/>
          </a:xfrm>
        </p:grpSpPr>
        <p:pic>
          <p:nvPicPr>
            <p:cNvPr id="64" name="Google Shape;64;p7"/>
            <p:cNvPicPr preferRelativeResize="0"/>
            <p:nvPr/>
          </p:nvPicPr>
          <p:blipFill>
            <a:blip r:embed="rId5"/>
            <a:stretch>
              <a:fillRect/>
            </a:stretch>
          </p:blipFill>
          <p:spPr>
            <a:xfrm>
              <a:off x="0" y="0"/>
              <a:ext cx="5837899" cy="536050"/>
            </a:xfrm>
            <a:prstGeom prst="rect">
              <a:avLst/>
            </a:prstGeom>
            <a:noFill/>
            <a:ln>
              <a:noFill/>
            </a:ln>
          </p:spPr>
        </p:pic>
        <p:pic>
          <p:nvPicPr>
            <p:cNvPr id="65" name="Google Shape;65;p7"/>
            <p:cNvPicPr preferRelativeResize="0"/>
            <p:nvPr/>
          </p:nvPicPr>
          <p:blipFill>
            <a:blip r:embed="rId6"/>
            <a:stretch>
              <a:fillRect/>
            </a:stretch>
          </p:blipFill>
          <p:spPr>
            <a:xfrm>
              <a:off x="265125" y="246605"/>
              <a:ext cx="1585464" cy="69000"/>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6"/>
        <p:cNvGrpSpPr/>
        <p:nvPr/>
      </p:nvGrpSpPr>
      <p:grpSpPr>
        <a:xfrm>
          <a:off x="0" y="0"/>
          <a:ext cx="0" cy="0"/>
          <a:chOff x="0" y="0"/>
          <a:chExt cx="0" cy="0"/>
        </a:xfrm>
      </p:grpSpPr>
      <p:pic>
        <p:nvPicPr>
          <p:cNvPr id="67" name="Google Shape;67;p8"/>
          <p:cNvPicPr preferRelativeResize="0"/>
          <p:nvPr/>
        </p:nvPicPr>
        <p:blipFill>
          <a:blip r:embed="rId2"/>
          <a:stretch>
            <a:fillRect/>
          </a:stretch>
        </p:blipFill>
        <p:spPr>
          <a:xfrm>
            <a:off x="-25" y="0"/>
            <a:ext cx="9144000" cy="5143500"/>
          </a:xfrm>
          <a:prstGeom prst="rect">
            <a:avLst/>
          </a:prstGeom>
          <a:noFill/>
          <a:ln>
            <a:noFill/>
          </a:ln>
        </p:spPr>
      </p:pic>
      <p:sp>
        <p:nvSpPr>
          <p:cNvPr id="68" name="Google Shape;68;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pic>
        <p:nvPicPr>
          <p:cNvPr id="69" name="Google Shape;69;p8"/>
          <p:cNvPicPr preferRelativeResize="0"/>
          <p:nvPr/>
        </p:nvPicPr>
        <p:blipFill rotWithShape="1">
          <a:blip r:embed="rId3"/>
          <a:srcRect b="22420"/>
          <a:stretch>
            <a:fillRect/>
          </a:stretch>
        </p:blipFill>
        <p:spPr>
          <a:xfrm rot="5400000">
            <a:off x="-257665" y="461283"/>
            <a:ext cx="1768000" cy="1047800"/>
          </a:xfrm>
          <a:prstGeom prst="rect">
            <a:avLst/>
          </a:prstGeom>
          <a:noFill/>
          <a:ln>
            <a:noFill/>
          </a:ln>
        </p:spPr>
      </p:pic>
      <p:pic>
        <p:nvPicPr>
          <p:cNvPr id="70" name="Google Shape;70;p8"/>
          <p:cNvPicPr preferRelativeResize="0"/>
          <p:nvPr/>
        </p:nvPicPr>
        <p:blipFill>
          <a:blip r:embed="rId4"/>
          <a:stretch>
            <a:fillRect/>
          </a:stretch>
        </p:blipFill>
        <p:spPr>
          <a:xfrm rot="10800000">
            <a:off x="7890675" y="0"/>
            <a:ext cx="1251550" cy="1251550"/>
          </a:xfrm>
          <a:prstGeom prst="rect">
            <a:avLst/>
          </a:prstGeom>
          <a:noFill/>
          <a:ln>
            <a:noFill/>
          </a:ln>
        </p:spPr>
      </p:pic>
      <p:grpSp>
        <p:nvGrpSpPr>
          <p:cNvPr id="71" name="Google Shape;71;p8"/>
          <p:cNvGrpSpPr/>
          <p:nvPr/>
        </p:nvGrpSpPr>
        <p:grpSpPr>
          <a:xfrm>
            <a:off x="3881699" y="4752250"/>
            <a:ext cx="5260526" cy="388025"/>
            <a:chOff x="3881699" y="4752250"/>
            <a:chExt cx="5260526" cy="388025"/>
          </a:xfrm>
        </p:grpSpPr>
        <p:pic>
          <p:nvPicPr>
            <p:cNvPr id="72" name="Google Shape;72;p8"/>
            <p:cNvPicPr preferRelativeResize="0"/>
            <p:nvPr/>
          </p:nvPicPr>
          <p:blipFill>
            <a:blip r:embed="rId5"/>
            <a:stretch>
              <a:fillRect/>
            </a:stretch>
          </p:blipFill>
          <p:spPr>
            <a:xfrm rot="10800000">
              <a:off x="3881699" y="4752250"/>
              <a:ext cx="5260526" cy="388025"/>
            </a:xfrm>
            <a:prstGeom prst="rect">
              <a:avLst/>
            </a:prstGeom>
            <a:noFill/>
            <a:ln>
              <a:noFill/>
            </a:ln>
          </p:spPr>
        </p:pic>
        <p:pic>
          <p:nvPicPr>
            <p:cNvPr id="73" name="Google Shape;73;p8"/>
            <p:cNvPicPr preferRelativeResize="0"/>
            <p:nvPr/>
          </p:nvPicPr>
          <p:blipFill>
            <a:blip r:embed="rId6"/>
            <a:stretch>
              <a:fillRect/>
            </a:stretch>
          </p:blipFill>
          <p:spPr>
            <a:xfrm rot="10800000">
              <a:off x="7293388" y="4911768"/>
              <a:ext cx="1585464" cy="69000"/>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pic>
        <p:nvPicPr>
          <p:cNvPr id="75" name="Google Shape;75;p9"/>
          <p:cNvPicPr preferRelativeResize="0"/>
          <p:nvPr/>
        </p:nvPicPr>
        <p:blipFill>
          <a:blip r:embed="rId2"/>
          <a:stretch>
            <a:fillRect/>
          </a:stretch>
        </p:blipFill>
        <p:spPr>
          <a:xfrm>
            <a:off x="-25" y="0"/>
            <a:ext cx="9144000" cy="5143500"/>
          </a:xfrm>
          <a:prstGeom prst="rect">
            <a:avLst/>
          </a:prstGeom>
          <a:noFill/>
          <a:ln>
            <a:noFill/>
          </a:ln>
        </p:spPr>
      </p:pic>
      <p:sp>
        <p:nvSpPr>
          <p:cNvPr id="76" name="Google Shape;76;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7" name="Google Shape;77;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78" name="Google Shape;78;p9"/>
          <p:cNvGrpSpPr/>
          <p:nvPr/>
        </p:nvGrpSpPr>
        <p:grpSpPr>
          <a:xfrm>
            <a:off x="-1" y="2100"/>
            <a:ext cx="9144001" cy="5141388"/>
            <a:chOff x="-1" y="2100"/>
            <a:chExt cx="9144001" cy="5141388"/>
          </a:xfrm>
        </p:grpSpPr>
        <p:pic>
          <p:nvPicPr>
            <p:cNvPr id="79" name="Google Shape;79;p9"/>
            <p:cNvPicPr preferRelativeResize="0"/>
            <p:nvPr/>
          </p:nvPicPr>
          <p:blipFill>
            <a:blip r:embed="rId3"/>
            <a:stretch>
              <a:fillRect/>
            </a:stretch>
          </p:blipFill>
          <p:spPr>
            <a:xfrm rot="5400000" flipH="1">
              <a:off x="8171225" y="2100"/>
              <a:ext cx="972775" cy="972775"/>
            </a:xfrm>
            <a:prstGeom prst="rect">
              <a:avLst/>
            </a:prstGeom>
            <a:noFill/>
            <a:ln>
              <a:noFill/>
            </a:ln>
          </p:spPr>
        </p:pic>
        <p:pic>
          <p:nvPicPr>
            <p:cNvPr id="80" name="Google Shape;80;p9"/>
            <p:cNvPicPr preferRelativeResize="0"/>
            <p:nvPr/>
          </p:nvPicPr>
          <p:blipFill>
            <a:blip r:embed="rId4"/>
            <a:stretch>
              <a:fillRect/>
            </a:stretch>
          </p:blipFill>
          <p:spPr>
            <a:xfrm rot="5400000" flipH="1">
              <a:off x="-1" y="4170713"/>
              <a:ext cx="972775" cy="972775"/>
            </a:xfrm>
            <a:prstGeom prst="rect">
              <a:avLst/>
            </a:prstGeom>
            <a:noFill/>
            <a:ln>
              <a:noFill/>
            </a:ln>
          </p:spPr>
        </p:pic>
      </p:grpSp>
      <p:grpSp>
        <p:nvGrpSpPr>
          <p:cNvPr id="81" name="Google Shape;81;p9"/>
          <p:cNvGrpSpPr/>
          <p:nvPr/>
        </p:nvGrpSpPr>
        <p:grpSpPr>
          <a:xfrm rot="10800000">
            <a:off x="0" y="2100"/>
            <a:ext cx="4881173" cy="365700"/>
            <a:chOff x="4261050" y="4610675"/>
            <a:chExt cx="4881173" cy="365700"/>
          </a:xfrm>
        </p:grpSpPr>
        <p:pic>
          <p:nvPicPr>
            <p:cNvPr id="82" name="Google Shape;82;p9"/>
            <p:cNvPicPr preferRelativeResize="0"/>
            <p:nvPr/>
          </p:nvPicPr>
          <p:blipFill>
            <a:blip r:embed="rId5"/>
            <a:stretch>
              <a:fillRect/>
            </a:stretch>
          </p:blipFill>
          <p:spPr>
            <a:xfrm rot="10800000">
              <a:off x="4261050" y="4610675"/>
              <a:ext cx="4881173" cy="365700"/>
            </a:xfrm>
            <a:prstGeom prst="rect">
              <a:avLst/>
            </a:prstGeom>
            <a:noFill/>
            <a:ln>
              <a:noFill/>
            </a:ln>
          </p:spPr>
        </p:pic>
        <p:pic>
          <p:nvPicPr>
            <p:cNvPr id="83" name="Google Shape;83;p9"/>
            <p:cNvPicPr preferRelativeResize="0"/>
            <p:nvPr/>
          </p:nvPicPr>
          <p:blipFill>
            <a:blip r:embed="rId6"/>
            <a:stretch>
              <a:fillRect/>
            </a:stretch>
          </p:blipFill>
          <p:spPr>
            <a:xfrm rot="10800000">
              <a:off x="7293388" y="4759030"/>
              <a:ext cx="1585464" cy="69000"/>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4"/>
        <p:cNvGrpSpPr/>
        <p:nvPr/>
      </p:nvGrpSpPr>
      <p:grpSpPr>
        <a:xfrm>
          <a:off x="0" y="0"/>
          <a:ext cx="0" cy="0"/>
          <a:chOff x="0" y="0"/>
          <a:chExt cx="0" cy="0"/>
        </a:xfrm>
      </p:grpSpPr>
      <p:sp>
        <p:nvSpPr>
          <p:cNvPr id="85" name="Google Shape;85;p10"/>
          <p:cNvSpPr>
            <a:spLocks noGrp="1"/>
          </p:cNvSpPr>
          <p:nvPr>
            <p:ph type="pic" idx="2"/>
          </p:nvPr>
        </p:nvSpPr>
        <p:spPr>
          <a:xfrm>
            <a:off x="0" y="0"/>
            <a:ext cx="9144000" cy="5143500"/>
          </a:xfrm>
          <a:prstGeom prst="rect">
            <a:avLst/>
          </a:prstGeom>
          <a:noFill/>
          <a:ln>
            <a:noFill/>
          </a:ln>
        </p:spPr>
      </p:sp>
      <p:sp>
        <p:nvSpPr>
          <p:cNvPr id="86" name="Google Shape;86;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03"/>
        <p:cNvGrpSpPr/>
        <p:nvPr/>
      </p:nvGrpSpPr>
      <p:grpSpPr>
        <a:xfrm>
          <a:off x="0" y="0"/>
          <a:ext cx="0" cy="0"/>
          <a:chOff x="0" y="0"/>
          <a:chExt cx="0" cy="0"/>
        </a:xfrm>
      </p:grpSpPr>
      <p:pic>
        <p:nvPicPr>
          <p:cNvPr id="104" name="Google Shape;104;p13"/>
          <p:cNvPicPr preferRelativeResize="0"/>
          <p:nvPr/>
        </p:nvPicPr>
        <p:blipFill>
          <a:blip r:embed="rId2"/>
          <a:stretch>
            <a:fillRect/>
          </a:stretch>
        </p:blipFill>
        <p:spPr>
          <a:xfrm>
            <a:off x="-25" y="0"/>
            <a:ext cx="9144000" cy="5143500"/>
          </a:xfrm>
          <a:prstGeom prst="rect">
            <a:avLst/>
          </a:prstGeom>
          <a:noFill/>
          <a:ln>
            <a:noFill/>
          </a:ln>
        </p:spPr>
      </p:pic>
      <p:sp>
        <p:nvSpPr>
          <p:cNvPr id="105" name="Google Shape;105;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6" name="Google Shape;106;p13"/>
          <p:cNvSpPr txBox="1">
            <a:spLocks noGrp="1"/>
          </p:cNvSpPr>
          <p:nvPr>
            <p:ph type="title" idx="2" hasCustomPrompt="1"/>
          </p:nvPr>
        </p:nvSpPr>
        <p:spPr>
          <a:xfrm>
            <a:off x="3759205" y="1699096"/>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a:spLocks noGrp="1"/>
          </p:cNvSpPr>
          <p:nvPr>
            <p:ph type="title" idx="3" hasCustomPrompt="1"/>
          </p:nvPr>
        </p:nvSpPr>
        <p:spPr>
          <a:xfrm>
            <a:off x="4690005" y="1699096"/>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title" idx="4" hasCustomPrompt="1"/>
          </p:nvPr>
        </p:nvSpPr>
        <p:spPr>
          <a:xfrm>
            <a:off x="3759193" y="2781754"/>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a:spLocks noGrp="1"/>
          </p:cNvSpPr>
          <p:nvPr>
            <p:ph type="title" idx="5" hasCustomPrompt="1"/>
          </p:nvPr>
        </p:nvSpPr>
        <p:spPr>
          <a:xfrm>
            <a:off x="4689993" y="2781754"/>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a:spLocks noGrp="1"/>
          </p:cNvSpPr>
          <p:nvPr>
            <p:ph type="title" idx="6" hasCustomPrompt="1"/>
          </p:nvPr>
        </p:nvSpPr>
        <p:spPr>
          <a:xfrm>
            <a:off x="3759207" y="3864413"/>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title" idx="7" hasCustomPrompt="1"/>
          </p:nvPr>
        </p:nvSpPr>
        <p:spPr>
          <a:xfrm>
            <a:off x="4690007" y="3864413"/>
            <a:ext cx="694800" cy="6948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2" name="Google Shape;112;p13"/>
          <p:cNvSpPr txBox="1">
            <a:spLocks noGrp="1"/>
          </p:cNvSpPr>
          <p:nvPr>
            <p:ph type="subTitle" idx="1"/>
          </p:nvPr>
        </p:nvSpPr>
        <p:spPr>
          <a:xfrm>
            <a:off x="1280600" y="1699100"/>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3" name="Google Shape;113;p13"/>
          <p:cNvSpPr txBox="1">
            <a:spLocks noGrp="1"/>
          </p:cNvSpPr>
          <p:nvPr>
            <p:ph type="subTitle" idx="8"/>
          </p:nvPr>
        </p:nvSpPr>
        <p:spPr>
          <a:xfrm>
            <a:off x="1280600" y="2781762"/>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4" name="Google Shape;114;p13"/>
          <p:cNvSpPr txBox="1">
            <a:spLocks noGrp="1"/>
          </p:cNvSpPr>
          <p:nvPr>
            <p:ph type="subTitle" idx="9"/>
          </p:nvPr>
        </p:nvSpPr>
        <p:spPr>
          <a:xfrm>
            <a:off x="1280600" y="3864423"/>
            <a:ext cx="2288100" cy="69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5" name="Google Shape;115;p13"/>
          <p:cNvSpPr txBox="1">
            <a:spLocks noGrp="1"/>
          </p:cNvSpPr>
          <p:nvPr>
            <p:ph type="subTitle" idx="13"/>
          </p:nvPr>
        </p:nvSpPr>
        <p:spPr>
          <a:xfrm>
            <a:off x="5575300" y="1699096"/>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6" name="Google Shape;116;p13"/>
          <p:cNvSpPr txBox="1">
            <a:spLocks noGrp="1"/>
          </p:cNvSpPr>
          <p:nvPr>
            <p:ph type="subTitle" idx="14"/>
          </p:nvPr>
        </p:nvSpPr>
        <p:spPr>
          <a:xfrm>
            <a:off x="5575300" y="2781754"/>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sp>
        <p:nvSpPr>
          <p:cNvPr id="117" name="Google Shape;117;p13"/>
          <p:cNvSpPr txBox="1">
            <a:spLocks noGrp="1"/>
          </p:cNvSpPr>
          <p:nvPr>
            <p:ph type="subTitle" idx="15"/>
          </p:nvPr>
        </p:nvSpPr>
        <p:spPr>
          <a:xfrm>
            <a:off x="5575300" y="3864413"/>
            <a:ext cx="2288100" cy="69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None/>
              <a:defRPr sz="1800" b="1">
                <a:solidFill>
                  <a:schemeClr val="dk1"/>
                </a:solidFill>
              </a:defRPr>
            </a:lvl1pPr>
            <a:lvl2pPr lvl="1" rtl="0">
              <a:lnSpc>
                <a:spcPct val="100000"/>
              </a:lnSpc>
              <a:spcBef>
                <a:spcPts val="0"/>
              </a:spcBef>
              <a:spcAft>
                <a:spcPts val="0"/>
              </a:spcAft>
              <a:buSzPts val="2400"/>
              <a:buNone/>
              <a:defRPr sz="2400" b="1"/>
            </a:lvl2pPr>
            <a:lvl3pPr lvl="2" rtl="0">
              <a:lnSpc>
                <a:spcPct val="100000"/>
              </a:lnSpc>
              <a:spcBef>
                <a:spcPts val="0"/>
              </a:spcBef>
              <a:spcAft>
                <a:spcPts val="0"/>
              </a:spcAft>
              <a:buSzPts val="2400"/>
              <a:buNone/>
              <a:defRPr sz="2400" b="1"/>
            </a:lvl3pPr>
            <a:lvl4pPr lvl="3" rtl="0">
              <a:lnSpc>
                <a:spcPct val="100000"/>
              </a:lnSpc>
              <a:spcBef>
                <a:spcPts val="0"/>
              </a:spcBef>
              <a:spcAft>
                <a:spcPts val="0"/>
              </a:spcAft>
              <a:buSzPts val="2400"/>
              <a:buNone/>
              <a:defRPr sz="2400" b="1"/>
            </a:lvl4pPr>
            <a:lvl5pPr lvl="4" rtl="0">
              <a:lnSpc>
                <a:spcPct val="100000"/>
              </a:lnSpc>
              <a:spcBef>
                <a:spcPts val="0"/>
              </a:spcBef>
              <a:spcAft>
                <a:spcPts val="0"/>
              </a:spcAft>
              <a:buSzPts val="2400"/>
              <a:buNone/>
              <a:defRPr sz="2400" b="1"/>
            </a:lvl5pPr>
            <a:lvl6pPr lvl="5" rtl="0">
              <a:lnSpc>
                <a:spcPct val="100000"/>
              </a:lnSpc>
              <a:spcBef>
                <a:spcPts val="0"/>
              </a:spcBef>
              <a:spcAft>
                <a:spcPts val="0"/>
              </a:spcAft>
              <a:buSzPts val="2400"/>
              <a:buNone/>
              <a:defRPr sz="2400" b="1"/>
            </a:lvl6pPr>
            <a:lvl7pPr lvl="6" rtl="0">
              <a:lnSpc>
                <a:spcPct val="100000"/>
              </a:lnSpc>
              <a:spcBef>
                <a:spcPts val="0"/>
              </a:spcBef>
              <a:spcAft>
                <a:spcPts val="0"/>
              </a:spcAft>
              <a:buSzPts val="2400"/>
              <a:buNone/>
              <a:defRPr sz="2400" b="1"/>
            </a:lvl7pPr>
            <a:lvl8pPr lvl="7" rtl="0">
              <a:lnSpc>
                <a:spcPct val="100000"/>
              </a:lnSpc>
              <a:spcBef>
                <a:spcPts val="0"/>
              </a:spcBef>
              <a:spcAft>
                <a:spcPts val="0"/>
              </a:spcAft>
              <a:buSzPts val="2400"/>
              <a:buNone/>
              <a:defRPr sz="2400" b="1"/>
            </a:lvl8pPr>
            <a:lvl9pPr lvl="8" rtl="0">
              <a:lnSpc>
                <a:spcPct val="100000"/>
              </a:lnSpc>
              <a:spcBef>
                <a:spcPts val="0"/>
              </a:spcBef>
              <a:spcAft>
                <a:spcPts val="0"/>
              </a:spcAft>
              <a:buSzPts val="2400"/>
              <a:buNone/>
              <a:defRPr sz="2400" b="1"/>
            </a:lvl9pPr>
          </a:lstStyle>
          <a:p>
            <a:endParaRPr/>
          </a:p>
        </p:txBody>
      </p:sp>
      <p:grpSp>
        <p:nvGrpSpPr>
          <p:cNvPr id="118" name="Google Shape;118;p13"/>
          <p:cNvGrpSpPr/>
          <p:nvPr/>
        </p:nvGrpSpPr>
        <p:grpSpPr>
          <a:xfrm flipH="1">
            <a:off x="2620475" y="0"/>
            <a:ext cx="6523526" cy="369900"/>
            <a:chOff x="0" y="0"/>
            <a:chExt cx="6523526" cy="369900"/>
          </a:xfrm>
        </p:grpSpPr>
        <p:pic>
          <p:nvPicPr>
            <p:cNvPr id="119" name="Google Shape;119;p13"/>
            <p:cNvPicPr preferRelativeResize="0"/>
            <p:nvPr/>
          </p:nvPicPr>
          <p:blipFill>
            <a:blip r:embed="rId3"/>
            <a:stretch>
              <a:fillRect/>
            </a:stretch>
          </p:blipFill>
          <p:spPr>
            <a:xfrm>
              <a:off x="0" y="0"/>
              <a:ext cx="6523526" cy="369900"/>
            </a:xfrm>
            <a:prstGeom prst="rect">
              <a:avLst/>
            </a:prstGeom>
            <a:noFill/>
            <a:ln>
              <a:noFill/>
            </a:ln>
          </p:spPr>
        </p:pic>
        <p:pic>
          <p:nvPicPr>
            <p:cNvPr id="120" name="Google Shape;120;p13"/>
            <p:cNvPicPr preferRelativeResize="0"/>
            <p:nvPr/>
          </p:nvPicPr>
          <p:blipFill>
            <a:blip r:embed="rId4"/>
            <a:stretch>
              <a:fillRect/>
            </a:stretch>
          </p:blipFill>
          <p:spPr>
            <a:xfrm>
              <a:off x="265125" y="150455"/>
              <a:ext cx="1585464" cy="69000"/>
            </a:xfrm>
            <a:prstGeom prst="rect">
              <a:avLst/>
            </a:prstGeom>
            <a:noFill/>
            <a:ln>
              <a:noFill/>
            </a:ln>
          </p:spPr>
        </p:pic>
      </p:grpSp>
      <p:grpSp>
        <p:nvGrpSpPr>
          <p:cNvPr id="121" name="Google Shape;121;p13"/>
          <p:cNvGrpSpPr/>
          <p:nvPr/>
        </p:nvGrpSpPr>
        <p:grpSpPr>
          <a:xfrm flipH="1">
            <a:off x="0" y="0"/>
            <a:ext cx="9144000" cy="5143512"/>
            <a:chOff x="0" y="0"/>
            <a:chExt cx="9144000" cy="5143512"/>
          </a:xfrm>
        </p:grpSpPr>
        <p:pic>
          <p:nvPicPr>
            <p:cNvPr id="122" name="Google Shape;122;p13"/>
            <p:cNvPicPr preferRelativeResize="0"/>
            <p:nvPr/>
          </p:nvPicPr>
          <p:blipFill>
            <a:blip r:embed="rId5"/>
            <a:stretch>
              <a:fillRect/>
            </a:stretch>
          </p:blipFill>
          <p:spPr>
            <a:xfrm>
              <a:off x="8171225" y="0"/>
              <a:ext cx="972775" cy="972775"/>
            </a:xfrm>
            <a:prstGeom prst="rect">
              <a:avLst/>
            </a:prstGeom>
            <a:noFill/>
            <a:ln>
              <a:noFill/>
            </a:ln>
          </p:spPr>
        </p:pic>
        <p:pic>
          <p:nvPicPr>
            <p:cNvPr id="123" name="Google Shape;123;p13"/>
            <p:cNvPicPr preferRelativeResize="0"/>
            <p:nvPr/>
          </p:nvPicPr>
          <p:blipFill>
            <a:blip r:embed="rId6"/>
            <a:stretch>
              <a:fillRect/>
            </a:stretch>
          </p:blipFill>
          <p:spPr>
            <a:xfrm>
              <a:off x="0" y="4170737"/>
              <a:ext cx="972775" cy="972775"/>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3">
  <p:cSld name="CUSTOM_10">
    <p:spTree>
      <p:nvGrpSpPr>
        <p:cNvPr id="1" name="Shape 162"/>
        <p:cNvGrpSpPr/>
        <p:nvPr/>
      </p:nvGrpSpPr>
      <p:grpSpPr>
        <a:xfrm>
          <a:off x="0" y="0"/>
          <a:ext cx="0" cy="0"/>
          <a:chOff x="0" y="0"/>
          <a:chExt cx="0" cy="0"/>
        </a:xfrm>
      </p:grpSpPr>
      <p:pic>
        <p:nvPicPr>
          <p:cNvPr id="163" name="Google Shape;163;p18"/>
          <p:cNvPicPr preferRelativeResize="0"/>
          <p:nvPr/>
        </p:nvPicPr>
        <p:blipFill>
          <a:blip r:embed="rId2"/>
          <a:stretch>
            <a:fillRect/>
          </a:stretch>
        </p:blipFill>
        <p:spPr>
          <a:xfrm>
            <a:off x="-25" y="0"/>
            <a:ext cx="9144000" cy="5143500"/>
          </a:xfrm>
          <a:prstGeom prst="rect">
            <a:avLst/>
          </a:prstGeom>
          <a:noFill/>
          <a:ln>
            <a:noFill/>
          </a:ln>
        </p:spPr>
      </p:pic>
      <p:sp>
        <p:nvSpPr>
          <p:cNvPr id="164" name="Google Shape;164;p18"/>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grpSp>
        <p:nvGrpSpPr>
          <p:cNvPr id="165" name="Google Shape;165;p18"/>
          <p:cNvGrpSpPr/>
          <p:nvPr/>
        </p:nvGrpSpPr>
        <p:grpSpPr>
          <a:xfrm flipH="1">
            <a:off x="2620475" y="0"/>
            <a:ext cx="6523526" cy="369900"/>
            <a:chOff x="0" y="0"/>
            <a:chExt cx="6523526" cy="369900"/>
          </a:xfrm>
        </p:grpSpPr>
        <p:pic>
          <p:nvPicPr>
            <p:cNvPr id="166" name="Google Shape;166;p18"/>
            <p:cNvPicPr preferRelativeResize="0"/>
            <p:nvPr/>
          </p:nvPicPr>
          <p:blipFill>
            <a:blip r:embed="rId3"/>
            <a:stretch>
              <a:fillRect/>
            </a:stretch>
          </p:blipFill>
          <p:spPr>
            <a:xfrm>
              <a:off x="0" y="0"/>
              <a:ext cx="6523526" cy="369900"/>
            </a:xfrm>
            <a:prstGeom prst="rect">
              <a:avLst/>
            </a:prstGeom>
            <a:noFill/>
            <a:ln>
              <a:noFill/>
            </a:ln>
          </p:spPr>
        </p:pic>
        <p:pic>
          <p:nvPicPr>
            <p:cNvPr id="167" name="Google Shape;167;p18"/>
            <p:cNvPicPr preferRelativeResize="0"/>
            <p:nvPr/>
          </p:nvPicPr>
          <p:blipFill>
            <a:blip r:embed="rId4"/>
            <a:stretch>
              <a:fillRect/>
            </a:stretch>
          </p:blipFill>
          <p:spPr>
            <a:xfrm>
              <a:off x="265125" y="150455"/>
              <a:ext cx="1585464" cy="69000"/>
            </a:xfrm>
            <a:prstGeom prst="rect">
              <a:avLst/>
            </a:prstGeom>
            <a:noFill/>
            <a:ln>
              <a:noFill/>
            </a:ln>
          </p:spPr>
        </p:pic>
      </p:grpSp>
      <p:grpSp>
        <p:nvGrpSpPr>
          <p:cNvPr id="168" name="Google Shape;168;p18"/>
          <p:cNvGrpSpPr/>
          <p:nvPr/>
        </p:nvGrpSpPr>
        <p:grpSpPr>
          <a:xfrm flipH="1">
            <a:off x="0" y="0"/>
            <a:ext cx="9144000" cy="5143512"/>
            <a:chOff x="0" y="0"/>
            <a:chExt cx="9144000" cy="5143512"/>
          </a:xfrm>
        </p:grpSpPr>
        <p:pic>
          <p:nvPicPr>
            <p:cNvPr id="169" name="Google Shape;169;p18"/>
            <p:cNvPicPr preferRelativeResize="0"/>
            <p:nvPr/>
          </p:nvPicPr>
          <p:blipFill>
            <a:blip r:embed="rId5"/>
            <a:stretch>
              <a:fillRect/>
            </a:stretch>
          </p:blipFill>
          <p:spPr>
            <a:xfrm>
              <a:off x="8171225" y="0"/>
              <a:ext cx="972775" cy="972775"/>
            </a:xfrm>
            <a:prstGeom prst="rect">
              <a:avLst/>
            </a:prstGeom>
            <a:noFill/>
            <a:ln>
              <a:noFill/>
            </a:ln>
          </p:spPr>
        </p:pic>
        <p:pic>
          <p:nvPicPr>
            <p:cNvPr id="170" name="Google Shape;170;p18"/>
            <p:cNvPicPr preferRelativeResize="0"/>
            <p:nvPr/>
          </p:nvPicPr>
          <p:blipFill>
            <a:blip r:embed="rId6"/>
            <a:stretch>
              <a:fillRect/>
            </a:stretch>
          </p:blipFill>
          <p:spPr>
            <a:xfrm>
              <a:off x="0" y="4170737"/>
              <a:ext cx="972775" cy="972775"/>
            </a:xfrm>
            <a:prstGeom prst="rect">
              <a:avLst/>
            </a:prstGeom>
            <a:noFill/>
            <a:ln>
              <a:noFill/>
            </a:ln>
          </p:spPr>
        </p:pic>
      </p:grpSp>
      <p:sp>
        <p:nvSpPr>
          <p:cNvPr id="171" name="Google Shape;171;p18"/>
          <p:cNvSpPr txBox="1">
            <a:spLocks noGrp="1"/>
          </p:cNvSpPr>
          <p:nvPr>
            <p:ph type="body" idx="1"/>
          </p:nvPr>
        </p:nvSpPr>
        <p:spPr>
          <a:xfrm>
            <a:off x="2145600" y="2101875"/>
            <a:ext cx="4852800" cy="17631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SzPts val="1200"/>
              <a:buFont typeface="Nunito Light"/>
              <a:buChar char="●"/>
              <a:defRPr/>
            </a:lvl1pPr>
            <a:lvl2pPr marL="914400" lvl="1" indent="-304800">
              <a:lnSpc>
                <a:spcPct val="100000"/>
              </a:lnSpc>
              <a:spcBef>
                <a:spcPts val="0"/>
              </a:spcBef>
              <a:spcAft>
                <a:spcPts val="0"/>
              </a:spcAft>
              <a:buSzPts val="1200"/>
              <a:buFont typeface="Nunito Light"/>
              <a:buChar char="○"/>
              <a:defRPr/>
            </a:lvl2pPr>
            <a:lvl3pPr marL="1371600" lvl="2" indent="-304800">
              <a:lnSpc>
                <a:spcPct val="100000"/>
              </a:lnSpc>
              <a:spcBef>
                <a:spcPts val="0"/>
              </a:spcBef>
              <a:spcAft>
                <a:spcPts val="0"/>
              </a:spcAft>
              <a:buSzPts val="1200"/>
              <a:buFont typeface="Nunito Light"/>
              <a:buChar char="■"/>
              <a:defRPr/>
            </a:lvl3pPr>
            <a:lvl4pPr marL="1828800" lvl="3" indent="-304800">
              <a:lnSpc>
                <a:spcPct val="100000"/>
              </a:lnSpc>
              <a:spcBef>
                <a:spcPts val="0"/>
              </a:spcBef>
              <a:spcAft>
                <a:spcPts val="0"/>
              </a:spcAft>
              <a:buSzPts val="1200"/>
              <a:buFont typeface="Nunito Light"/>
              <a:buChar char="●"/>
              <a:defRPr/>
            </a:lvl4pPr>
            <a:lvl5pPr marL="2286000" lvl="4" indent="-304800">
              <a:lnSpc>
                <a:spcPct val="100000"/>
              </a:lnSpc>
              <a:spcBef>
                <a:spcPts val="0"/>
              </a:spcBef>
              <a:spcAft>
                <a:spcPts val="0"/>
              </a:spcAft>
              <a:buSzPts val="1200"/>
              <a:buFont typeface="Nunito Light"/>
              <a:buChar char="○"/>
              <a:defRPr/>
            </a:lvl5pPr>
            <a:lvl6pPr marL="2743200" lvl="5" indent="-304800">
              <a:lnSpc>
                <a:spcPct val="100000"/>
              </a:lnSpc>
              <a:spcBef>
                <a:spcPts val="0"/>
              </a:spcBef>
              <a:spcAft>
                <a:spcPts val="0"/>
              </a:spcAft>
              <a:buSzPts val="1200"/>
              <a:buFont typeface="Nunito Light"/>
              <a:buChar char="■"/>
              <a:defRPr/>
            </a:lvl6pPr>
            <a:lvl7pPr marL="3200400" lvl="6" indent="-304800">
              <a:lnSpc>
                <a:spcPct val="100000"/>
              </a:lnSpc>
              <a:spcBef>
                <a:spcPts val="0"/>
              </a:spcBef>
              <a:spcAft>
                <a:spcPts val="0"/>
              </a:spcAft>
              <a:buSzPts val="1200"/>
              <a:buFont typeface="Nunito Light"/>
              <a:buChar char="●"/>
              <a:defRPr/>
            </a:lvl7pPr>
            <a:lvl8pPr marL="3657600" lvl="7" indent="-304800">
              <a:lnSpc>
                <a:spcPct val="100000"/>
              </a:lnSpc>
              <a:spcBef>
                <a:spcPts val="0"/>
              </a:spcBef>
              <a:spcAft>
                <a:spcPts val="0"/>
              </a:spcAft>
              <a:buSzPts val="1200"/>
              <a:buFont typeface="Nunito Light"/>
              <a:buChar char="○"/>
              <a:defRPr/>
            </a:lvl8pPr>
            <a:lvl9pPr marL="4114800" lvl="8" indent="-304800">
              <a:lnSpc>
                <a:spcPct val="100000"/>
              </a:lnSpc>
              <a:spcBef>
                <a:spcPts val="0"/>
              </a:spcBef>
              <a:spcAft>
                <a:spcPts val="0"/>
              </a:spcAft>
              <a:buSzPts val="1200"/>
              <a:buFont typeface="Nunito Light"/>
              <a:buChar char="■"/>
              <a:defRPr/>
            </a:lvl9pPr>
          </a:lstStyle>
          <a:p>
            <a:endParaRPr/>
          </a:p>
        </p:txBody>
      </p:sp>
      <p:sp>
        <p:nvSpPr>
          <p:cNvPr id="172" name="Google Shape;172;p18"/>
          <p:cNvSpPr txBox="1">
            <a:spLocks noGrp="1"/>
          </p:cNvSpPr>
          <p:nvPr>
            <p:ph type="subTitle" idx="2"/>
          </p:nvPr>
        </p:nvSpPr>
        <p:spPr>
          <a:xfrm>
            <a:off x="2145600" y="2101150"/>
            <a:ext cx="4852800" cy="17631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00"/>
        <p:cNvGrpSpPr/>
        <p:nvPr/>
      </p:nvGrpSpPr>
      <p:grpSpPr>
        <a:xfrm>
          <a:off x="0" y="0"/>
          <a:ext cx="0" cy="0"/>
          <a:chOff x="0" y="0"/>
          <a:chExt cx="0" cy="0"/>
        </a:xfrm>
      </p:grpSpPr>
      <p:pic>
        <p:nvPicPr>
          <p:cNvPr id="301" name="Google Shape;301;p30"/>
          <p:cNvPicPr preferRelativeResize="0"/>
          <p:nvPr/>
        </p:nvPicPr>
        <p:blipFill>
          <a:blip r:embed="rId2"/>
          <a:stretch>
            <a:fillRect/>
          </a:stretch>
        </p:blipFill>
        <p:spPr>
          <a:xfrm>
            <a:off x="-25" y="0"/>
            <a:ext cx="9144000" cy="5143500"/>
          </a:xfrm>
          <a:prstGeom prst="rect">
            <a:avLst/>
          </a:prstGeom>
          <a:noFill/>
          <a:ln>
            <a:noFill/>
          </a:ln>
        </p:spPr>
      </p:pic>
      <p:pic>
        <p:nvPicPr>
          <p:cNvPr id="302" name="Google Shape;302;p30"/>
          <p:cNvPicPr preferRelativeResize="0"/>
          <p:nvPr/>
        </p:nvPicPr>
        <p:blipFill>
          <a:blip r:embed="rId2"/>
          <a:stretch>
            <a:fillRect/>
          </a:stretch>
        </p:blipFill>
        <p:spPr>
          <a:xfrm>
            <a:off x="-25" y="0"/>
            <a:ext cx="9144000" cy="5143500"/>
          </a:xfrm>
          <a:prstGeom prst="rect">
            <a:avLst/>
          </a:prstGeom>
          <a:noFill/>
          <a:ln>
            <a:noFill/>
          </a:ln>
        </p:spPr>
      </p:pic>
      <p:pic>
        <p:nvPicPr>
          <p:cNvPr id="303" name="Google Shape;303;p30"/>
          <p:cNvPicPr preferRelativeResize="0"/>
          <p:nvPr/>
        </p:nvPicPr>
        <p:blipFill rotWithShape="1">
          <a:blip r:embed="rId3"/>
          <a:srcRect t="129" b="129"/>
          <a:stretch>
            <a:fillRect/>
          </a:stretch>
        </p:blipFill>
        <p:spPr>
          <a:xfrm rot="-5400000">
            <a:off x="-145124" y="3582752"/>
            <a:ext cx="1716695" cy="1307947"/>
          </a:xfrm>
          <a:prstGeom prst="rect">
            <a:avLst/>
          </a:prstGeom>
          <a:noFill/>
          <a:ln>
            <a:noFill/>
          </a:ln>
        </p:spPr>
      </p:pic>
      <p:pic>
        <p:nvPicPr>
          <p:cNvPr id="304" name="Google Shape;304;p30"/>
          <p:cNvPicPr preferRelativeResize="0"/>
          <p:nvPr/>
        </p:nvPicPr>
        <p:blipFill>
          <a:blip r:embed="rId4"/>
          <a:stretch>
            <a:fillRect/>
          </a:stretch>
        </p:blipFill>
        <p:spPr>
          <a:xfrm>
            <a:off x="7906088" y="-13650"/>
            <a:ext cx="1251550" cy="1251550"/>
          </a:xfrm>
          <a:prstGeom prst="rect">
            <a:avLst/>
          </a:prstGeom>
          <a:noFill/>
          <a:ln>
            <a:noFill/>
          </a:ln>
        </p:spPr>
      </p:pic>
      <p:grpSp>
        <p:nvGrpSpPr>
          <p:cNvPr id="305" name="Google Shape;305;p30"/>
          <p:cNvGrpSpPr/>
          <p:nvPr/>
        </p:nvGrpSpPr>
        <p:grpSpPr>
          <a:xfrm>
            <a:off x="0" y="-13638"/>
            <a:ext cx="8878852" cy="4923618"/>
            <a:chOff x="0" y="-13638"/>
            <a:chExt cx="8878852" cy="4923618"/>
          </a:xfrm>
        </p:grpSpPr>
        <p:pic>
          <p:nvPicPr>
            <p:cNvPr id="306" name="Google Shape;306;p30"/>
            <p:cNvPicPr preferRelativeResize="0"/>
            <p:nvPr/>
          </p:nvPicPr>
          <p:blipFill>
            <a:blip r:embed="rId5"/>
            <a:stretch>
              <a:fillRect/>
            </a:stretch>
          </p:blipFill>
          <p:spPr>
            <a:xfrm rot="10800000">
              <a:off x="7293388" y="4840980"/>
              <a:ext cx="1585464" cy="69000"/>
            </a:xfrm>
            <a:prstGeom prst="rect">
              <a:avLst/>
            </a:prstGeom>
            <a:noFill/>
            <a:ln>
              <a:noFill/>
            </a:ln>
          </p:spPr>
        </p:pic>
        <p:grpSp>
          <p:nvGrpSpPr>
            <p:cNvPr id="307" name="Google Shape;307;p30"/>
            <p:cNvGrpSpPr/>
            <p:nvPr/>
          </p:nvGrpSpPr>
          <p:grpSpPr>
            <a:xfrm>
              <a:off x="0" y="-13638"/>
              <a:ext cx="6523526" cy="536050"/>
              <a:chOff x="0" y="-13638"/>
              <a:chExt cx="6523526" cy="536050"/>
            </a:xfrm>
          </p:grpSpPr>
          <p:pic>
            <p:nvPicPr>
              <p:cNvPr id="308" name="Google Shape;308;p30"/>
              <p:cNvPicPr preferRelativeResize="0"/>
              <p:nvPr/>
            </p:nvPicPr>
            <p:blipFill>
              <a:blip r:embed="rId6"/>
              <a:stretch>
                <a:fillRect/>
              </a:stretch>
            </p:blipFill>
            <p:spPr>
              <a:xfrm>
                <a:off x="0" y="-13638"/>
                <a:ext cx="6523526" cy="536050"/>
              </a:xfrm>
              <a:prstGeom prst="rect">
                <a:avLst/>
              </a:prstGeom>
              <a:noFill/>
              <a:ln>
                <a:noFill/>
              </a:ln>
            </p:spPr>
          </p:pic>
          <p:pic>
            <p:nvPicPr>
              <p:cNvPr id="309" name="Google Shape;309;p30"/>
              <p:cNvPicPr preferRelativeResize="0"/>
              <p:nvPr/>
            </p:nvPicPr>
            <p:blipFill>
              <a:blip r:embed="rId5"/>
              <a:stretch>
                <a:fillRect/>
              </a:stretch>
            </p:blipFill>
            <p:spPr>
              <a:xfrm>
                <a:off x="265125" y="232968"/>
                <a:ext cx="1585464" cy="69000"/>
              </a:xfrm>
              <a:prstGeom prst="rect">
                <a:avLst/>
              </a:prstGeom>
              <a:noFill/>
              <a:ln>
                <a:noFill/>
              </a:ln>
            </p:spPr>
          </p:pic>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10"/>
        <p:cNvGrpSpPr/>
        <p:nvPr/>
      </p:nvGrpSpPr>
      <p:grpSpPr>
        <a:xfrm>
          <a:off x="0" y="0"/>
          <a:ext cx="0" cy="0"/>
          <a:chOff x="0" y="0"/>
          <a:chExt cx="0" cy="0"/>
        </a:xfrm>
      </p:grpSpPr>
      <p:pic>
        <p:nvPicPr>
          <p:cNvPr id="311" name="Google Shape;311;p31"/>
          <p:cNvPicPr preferRelativeResize="0"/>
          <p:nvPr/>
        </p:nvPicPr>
        <p:blipFill>
          <a:blip r:embed="rId2"/>
          <a:stretch>
            <a:fillRect/>
          </a:stretch>
        </p:blipFill>
        <p:spPr>
          <a:xfrm>
            <a:off x="-25" y="0"/>
            <a:ext cx="9144000" cy="5143500"/>
          </a:xfrm>
          <a:prstGeom prst="rect">
            <a:avLst/>
          </a:prstGeom>
          <a:noFill/>
          <a:ln>
            <a:noFill/>
          </a:ln>
        </p:spPr>
      </p:pic>
      <p:pic>
        <p:nvPicPr>
          <p:cNvPr id="312" name="Google Shape;312;p31"/>
          <p:cNvPicPr preferRelativeResize="0"/>
          <p:nvPr/>
        </p:nvPicPr>
        <p:blipFill rotWithShape="1">
          <a:blip r:embed="rId3"/>
          <a:srcRect l="73637" t="129" b="129"/>
          <a:stretch>
            <a:fillRect/>
          </a:stretch>
        </p:blipFill>
        <p:spPr>
          <a:xfrm>
            <a:off x="8632789" y="38875"/>
            <a:ext cx="452574" cy="1307951"/>
          </a:xfrm>
          <a:prstGeom prst="rect">
            <a:avLst/>
          </a:prstGeom>
          <a:noFill/>
          <a:ln>
            <a:noFill/>
          </a:ln>
        </p:spPr>
      </p:pic>
      <p:grpSp>
        <p:nvGrpSpPr>
          <p:cNvPr id="313" name="Google Shape;313;p31"/>
          <p:cNvGrpSpPr/>
          <p:nvPr/>
        </p:nvGrpSpPr>
        <p:grpSpPr>
          <a:xfrm>
            <a:off x="-26" y="-20456"/>
            <a:ext cx="972776" cy="5162894"/>
            <a:chOff x="-26" y="-20456"/>
            <a:chExt cx="972776" cy="5162894"/>
          </a:xfrm>
        </p:grpSpPr>
        <p:pic>
          <p:nvPicPr>
            <p:cNvPr id="314" name="Google Shape;314;p31"/>
            <p:cNvPicPr preferRelativeResize="0"/>
            <p:nvPr/>
          </p:nvPicPr>
          <p:blipFill>
            <a:blip r:embed="rId4"/>
            <a:stretch>
              <a:fillRect/>
            </a:stretch>
          </p:blipFill>
          <p:spPr>
            <a:xfrm flipH="1">
              <a:off x="-25" y="-20456"/>
              <a:ext cx="972775" cy="972775"/>
            </a:xfrm>
            <a:prstGeom prst="rect">
              <a:avLst/>
            </a:prstGeom>
            <a:noFill/>
            <a:ln>
              <a:noFill/>
            </a:ln>
          </p:spPr>
        </p:pic>
        <p:pic>
          <p:nvPicPr>
            <p:cNvPr id="315" name="Google Shape;315;p31"/>
            <p:cNvPicPr preferRelativeResize="0"/>
            <p:nvPr/>
          </p:nvPicPr>
          <p:blipFill>
            <a:blip r:embed="rId5"/>
            <a:stretch>
              <a:fillRect/>
            </a:stretch>
          </p:blipFill>
          <p:spPr>
            <a:xfrm rot="5400000" flipH="1">
              <a:off x="-26" y="4169663"/>
              <a:ext cx="972775" cy="972775"/>
            </a:xfrm>
            <a:prstGeom prst="rect">
              <a:avLst/>
            </a:prstGeom>
            <a:noFill/>
            <a:ln>
              <a:noFill/>
            </a:ln>
          </p:spPr>
        </p:pic>
      </p:grpSp>
      <p:grpSp>
        <p:nvGrpSpPr>
          <p:cNvPr id="316" name="Google Shape;316;p31"/>
          <p:cNvGrpSpPr/>
          <p:nvPr/>
        </p:nvGrpSpPr>
        <p:grpSpPr>
          <a:xfrm rot="10800000">
            <a:off x="5368113" y="4784100"/>
            <a:ext cx="3789523" cy="359400"/>
            <a:chOff x="-13638" y="0"/>
            <a:chExt cx="3789523" cy="359400"/>
          </a:xfrm>
        </p:grpSpPr>
        <p:pic>
          <p:nvPicPr>
            <p:cNvPr id="317" name="Google Shape;317;p31"/>
            <p:cNvPicPr preferRelativeResize="0"/>
            <p:nvPr/>
          </p:nvPicPr>
          <p:blipFill>
            <a:blip r:embed="rId6"/>
            <a:stretch>
              <a:fillRect/>
            </a:stretch>
          </p:blipFill>
          <p:spPr>
            <a:xfrm>
              <a:off x="-13638" y="0"/>
              <a:ext cx="3789523" cy="359400"/>
            </a:xfrm>
            <a:prstGeom prst="rect">
              <a:avLst/>
            </a:prstGeom>
            <a:noFill/>
            <a:ln>
              <a:noFill/>
            </a:ln>
          </p:spPr>
        </p:pic>
        <p:pic>
          <p:nvPicPr>
            <p:cNvPr id="318" name="Google Shape;318;p31"/>
            <p:cNvPicPr preferRelativeResize="0"/>
            <p:nvPr/>
          </p:nvPicPr>
          <p:blipFill>
            <a:blip r:embed="rId7"/>
            <a:stretch>
              <a:fillRect/>
            </a:stretch>
          </p:blipFill>
          <p:spPr>
            <a:xfrm>
              <a:off x="265125" y="145205"/>
              <a:ext cx="1585464" cy="69000"/>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oppins" panose="00000500000000000000"/>
              <a:buNone/>
              <a:defRPr sz="3000" b="1">
                <a:solidFill>
                  <a:schemeClr val="dk1"/>
                </a:solidFill>
                <a:latin typeface="Poppins" panose="00000500000000000000"/>
                <a:ea typeface="Poppins" panose="00000500000000000000"/>
                <a:cs typeface="Poppins" panose="00000500000000000000"/>
                <a:sym typeface="Poppins" panose="00000500000000000000"/>
              </a:defRPr>
            </a:lvl1pPr>
            <a:lvl2pPr lvl="1" rtl="0">
              <a:spcBef>
                <a:spcPts val="0"/>
              </a:spcBef>
              <a:spcAft>
                <a:spcPts val="0"/>
              </a:spcAft>
              <a:buClr>
                <a:schemeClr val="dk1"/>
              </a:buClr>
              <a:buSzPts val="3000"/>
              <a:buFont typeface="Poppins" panose="00000500000000000000"/>
              <a:buNone/>
              <a:defRPr sz="3000" b="1">
                <a:solidFill>
                  <a:schemeClr val="dk1"/>
                </a:solidFill>
                <a:latin typeface="Poppins" panose="00000500000000000000"/>
                <a:ea typeface="Poppins" panose="00000500000000000000"/>
                <a:cs typeface="Poppins" panose="00000500000000000000"/>
                <a:sym typeface="Poppins" panose="00000500000000000000"/>
              </a:defRPr>
            </a:lvl2pPr>
            <a:lvl3pPr lvl="2" rtl="0">
              <a:spcBef>
                <a:spcPts val="0"/>
              </a:spcBef>
              <a:spcAft>
                <a:spcPts val="0"/>
              </a:spcAft>
              <a:buClr>
                <a:schemeClr val="dk1"/>
              </a:buClr>
              <a:buSzPts val="3000"/>
              <a:buFont typeface="Poppins" panose="00000500000000000000"/>
              <a:buNone/>
              <a:defRPr sz="3000" b="1">
                <a:solidFill>
                  <a:schemeClr val="dk1"/>
                </a:solidFill>
                <a:latin typeface="Poppins" panose="00000500000000000000"/>
                <a:ea typeface="Poppins" panose="00000500000000000000"/>
                <a:cs typeface="Poppins" panose="00000500000000000000"/>
                <a:sym typeface="Poppins" panose="00000500000000000000"/>
              </a:defRPr>
            </a:lvl3pPr>
            <a:lvl4pPr lvl="3" rtl="0">
              <a:spcBef>
                <a:spcPts val="0"/>
              </a:spcBef>
              <a:spcAft>
                <a:spcPts val="0"/>
              </a:spcAft>
              <a:buClr>
                <a:schemeClr val="dk1"/>
              </a:buClr>
              <a:buSzPts val="3000"/>
              <a:buFont typeface="Poppins" panose="00000500000000000000"/>
              <a:buNone/>
              <a:defRPr sz="3000" b="1">
                <a:solidFill>
                  <a:schemeClr val="dk1"/>
                </a:solidFill>
                <a:latin typeface="Poppins" panose="00000500000000000000"/>
                <a:ea typeface="Poppins" panose="00000500000000000000"/>
                <a:cs typeface="Poppins" panose="00000500000000000000"/>
                <a:sym typeface="Poppins" panose="00000500000000000000"/>
              </a:defRPr>
            </a:lvl4pPr>
            <a:lvl5pPr lvl="4" rtl="0">
              <a:spcBef>
                <a:spcPts val="0"/>
              </a:spcBef>
              <a:spcAft>
                <a:spcPts val="0"/>
              </a:spcAft>
              <a:buClr>
                <a:schemeClr val="dk1"/>
              </a:buClr>
              <a:buSzPts val="3000"/>
              <a:buFont typeface="Poppins" panose="00000500000000000000"/>
              <a:buNone/>
              <a:defRPr sz="3000" b="1">
                <a:solidFill>
                  <a:schemeClr val="dk1"/>
                </a:solidFill>
                <a:latin typeface="Poppins" panose="00000500000000000000"/>
                <a:ea typeface="Poppins" panose="00000500000000000000"/>
                <a:cs typeface="Poppins" panose="00000500000000000000"/>
                <a:sym typeface="Poppins" panose="00000500000000000000"/>
              </a:defRPr>
            </a:lvl5pPr>
            <a:lvl6pPr lvl="5" rtl="0">
              <a:spcBef>
                <a:spcPts val="0"/>
              </a:spcBef>
              <a:spcAft>
                <a:spcPts val="0"/>
              </a:spcAft>
              <a:buClr>
                <a:schemeClr val="dk1"/>
              </a:buClr>
              <a:buSzPts val="3000"/>
              <a:buFont typeface="Poppins" panose="00000500000000000000"/>
              <a:buNone/>
              <a:defRPr sz="3000" b="1">
                <a:solidFill>
                  <a:schemeClr val="dk1"/>
                </a:solidFill>
                <a:latin typeface="Poppins" panose="00000500000000000000"/>
                <a:ea typeface="Poppins" panose="00000500000000000000"/>
                <a:cs typeface="Poppins" panose="00000500000000000000"/>
                <a:sym typeface="Poppins" panose="00000500000000000000"/>
              </a:defRPr>
            </a:lvl6pPr>
            <a:lvl7pPr lvl="6" rtl="0">
              <a:spcBef>
                <a:spcPts val="0"/>
              </a:spcBef>
              <a:spcAft>
                <a:spcPts val="0"/>
              </a:spcAft>
              <a:buClr>
                <a:schemeClr val="dk1"/>
              </a:buClr>
              <a:buSzPts val="3000"/>
              <a:buFont typeface="Poppins" panose="00000500000000000000"/>
              <a:buNone/>
              <a:defRPr sz="3000" b="1">
                <a:solidFill>
                  <a:schemeClr val="dk1"/>
                </a:solidFill>
                <a:latin typeface="Poppins" panose="00000500000000000000"/>
                <a:ea typeface="Poppins" panose="00000500000000000000"/>
                <a:cs typeface="Poppins" panose="00000500000000000000"/>
                <a:sym typeface="Poppins" panose="00000500000000000000"/>
              </a:defRPr>
            </a:lvl7pPr>
            <a:lvl8pPr lvl="7" rtl="0">
              <a:spcBef>
                <a:spcPts val="0"/>
              </a:spcBef>
              <a:spcAft>
                <a:spcPts val="0"/>
              </a:spcAft>
              <a:buClr>
                <a:schemeClr val="dk1"/>
              </a:buClr>
              <a:buSzPts val="3000"/>
              <a:buFont typeface="Poppins" panose="00000500000000000000"/>
              <a:buNone/>
              <a:defRPr sz="3000" b="1">
                <a:solidFill>
                  <a:schemeClr val="dk1"/>
                </a:solidFill>
                <a:latin typeface="Poppins" panose="00000500000000000000"/>
                <a:ea typeface="Poppins" panose="00000500000000000000"/>
                <a:cs typeface="Poppins" panose="00000500000000000000"/>
                <a:sym typeface="Poppins" panose="00000500000000000000"/>
              </a:defRPr>
            </a:lvl8pPr>
            <a:lvl9pPr lvl="8" rtl="0">
              <a:spcBef>
                <a:spcPts val="0"/>
              </a:spcBef>
              <a:spcAft>
                <a:spcPts val="0"/>
              </a:spcAft>
              <a:buClr>
                <a:schemeClr val="dk1"/>
              </a:buClr>
              <a:buSzPts val="3000"/>
              <a:buFont typeface="Poppins" panose="00000500000000000000"/>
              <a:buNone/>
              <a:defRPr sz="3000" b="1">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Poppins" panose="00000500000000000000"/>
              <a:buChar char="●"/>
              <a:defRPr sz="1200">
                <a:solidFill>
                  <a:schemeClr val="dk1"/>
                </a:solidFill>
                <a:latin typeface="Poppins" panose="00000500000000000000"/>
                <a:ea typeface="Poppins" panose="00000500000000000000"/>
                <a:cs typeface="Poppins" panose="00000500000000000000"/>
                <a:sym typeface="Poppins" panose="00000500000000000000"/>
              </a:defRPr>
            </a:lvl1pPr>
            <a:lvl2pPr marL="914400" lvl="1" indent="-304800">
              <a:lnSpc>
                <a:spcPct val="100000"/>
              </a:lnSpc>
              <a:spcBef>
                <a:spcPts val="0"/>
              </a:spcBef>
              <a:spcAft>
                <a:spcPts val="0"/>
              </a:spcAft>
              <a:buClr>
                <a:schemeClr val="dk1"/>
              </a:buClr>
              <a:buSzPts val="1200"/>
              <a:buFont typeface="Poppins" panose="00000500000000000000"/>
              <a:buChar char="○"/>
              <a:defRPr sz="1200">
                <a:solidFill>
                  <a:schemeClr val="dk1"/>
                </a:solidFill>
                <a:latin typeface="Poppins" panose="00000500000000000000"/>
                <a:ea typeface="Poppins" panose="00000500000000000000"/>
                <a:cs typeface="Poppins" panose="00000500000000000000"/>
                <a:sym typeface="Poppins" panose="00000500000000000000"/>
              </a:defRPr>
            </a:lvl2pPr>
            <a:lvl3pPr marL="1371600" lvl="2" indent="-304800">
              <a:lnSpc>
                <a:spcPct val="100000"/>
              </a:lnSpc>
              <a:spcBef>
                <a:spcPts val="0"/>
              </a:spcBef>
              <a:spcAft>
                <a:spcPts val="0"/>
              </a:spcAft>
              <a:buClr>
                <a:schemeClr val="dk1"/>
              </a:buClr>
              <a:buSzPts val="1200"/>
              <a:buFont typeface="Poppins" panose="00000500000000000000"/>
              <a:buChar char="■"/>
              <a:defRPr sz="1200">
                <a:solidFill>
                  <a:schemeClr val="dk1"/>
                </a:solidFill>
                <a:latin typeface="Poppins" panose="00000500000000000000"/>
                <a:ea typeface="Poppins" panose="00000500000000000000"/>
                <a:cs typeface="Poppins" panose="00000500000000000000"/>
                <a:sym typeface="Poppins" panose="00000500000000000000"/>
              </a:defRPr>
            </a:lvl3pPr>
            <a:lvl4pPr marL="1828800" lvl="3" indent="-304800">
              <a:lnSpc>
                <a:spcPct val="100000"/>
              </a:lnSpc>
              <a:spcBef>
                <a:spcPts val="0"/>
              </a:spcBef>
              <a:spcAft>
                <a:spcPts val="0"/>
              </a:spcAft>
              <a:buClr>
                <a:schemeClr val="dk1"/>
              </a:buClr>
              <a:buSzPts val="1200"/>
              <a:buFont typeface="Poppins" panose="00000500000000000000"/>
              <a:buChar char="●"/>
              <a:defRPr sz="1200">
                <a:solidFill>
                  <a:schemeClr val="dk1"/>
                </a:solidFill>
                <a:latin typeface="Poppins" panose="00000500000000000000"/>
                <a:ea typeface="Poppins" panose="00000500000000000000"/>
                <a:cs typeface="Poppins" panose="00000500000000000000"/>
                <a:sym typeface="Poppins" panose="00000500000000000000"/>
              </a:defRPr>
            </a:lvl4pPr>
            <a:lvl5pPr marL="2286000" lvl="4" indent="-304800">
              <a:lnSpc>
                <a:spcPct val="100000"/>
              </a:lnSpc>
              <a:spcBef>
                <a:spcPts val="0"/>
              </a:spcBef>
              <a:spcAft>
                <a:spcPts val="0"/>
              </a:spcAft>
              <a:buClr>
                <a:schemeClr val="dk1"/>
              </a:buClr>
              <a:buSzPts val="1200"/>
              <a:buFont typeface="Poppins" panose="00000500000000000000"/>
              <a:buChar char="○"/>
              <a:defRPr sz="1200">
                <a:solidFill>
                  <a:schemeClr val="dk1"/>
                </a:solidFill>
                <a:latin typeface="Poppins" panose="00000500000000000000"/>
                <a:ea typeface="Poppins" panose="00000500000000000000"/>
                <a:cs typeface="Poppins" panose="00000500000000000000"/>
                <a:sym typeface="Poppins" panose="00000500000000000000"/>
              </a:defRPr>
            </a:lvl5pPr>
            <a:lvl6pPr marL="2743200" lvl="5" indent="-304800">
              <a:lnSpc>
                <a:spcPct val="100000"/>
              </a:lnSpc>
              <a:spcBef>
                <a:spcPts val="0"/>
              </a:spcBef>
              <a:spcAft>
                <a:spcPts val="0"/>
              </a:spcAft>
              <a:buClr>
                <a:schemeClr val="dk1"/>
              </a:buClr>
              <a:buSzPts val="1200"/>
              <a:buFont typeface="Poppins" panose="00000500000000000000"/>
              <a:buChar char="■"/>
              <a:defRPr sz="1200">
                <a:solidFill>
                  <a:schemeClr val="dk1"/>
                </a:solidFill>
                <a:latin typeface="Poppins" panose="00000500000000000000"/>
                <a:ea typeface="Poppins" panose="00000500000000000000"/>
                <a:cs typeface="Poppins" panose="00000500000000000000"/>
                <a:sym typeface="Poppins" panose="00000500000000000000"/>
              </a:defRPr>
            </a:lvl6pPr>
            <a:lvl7pPr marL="3200400" lvl="6" indent="-304800">
              <a:lnSpc>
                <a:spcPct val="100000"/>
              </a:lnSpc>
              <a:spcBef>
                <a:spcPts val="0"/>
              </a:spcBef>
              <a:spcAft>
                <a:spcPts val="0"/>
              </a:spcAft>
              <a:buClr>
                <a:schemeClr val="dk1"/>
              </a:buClr>
              <a:buSzPts val="1200"/>
              <a:buFont typeface="Poppins" panose="00000500000000000000"/>
              <a:buChar char="●"/>
              <a:defRPr sz="1200">
                <a:solidFill>
                  <a:schemeClr val="dk1"/>
                </a:solidFill>
                <a:latin typeface="Poppins" panose="00000500000000000000"/>
                <a:ea typeface="Poppins" panose="00000500000000000000"/>
                <a:cs typeface="Poppins" panose="00000500000000000000"/>
                <a:sym typeface="Poppins" panose="00000500000000000000"/>
              </a:defRPr>
            </a:lvl7pPr>
            <a:lvl8pPr marL="3657600" lvl="7" indent="-304800">
              <a:lnSpc>
                <a:spcPct val="100000"/>
              </a:lnSpc>
              <a:spcBef>
                <a:spcPts val="0"/>
              </a:spcBef>
              <a:spcAft>
                <a:spcPts val="0"/>
              </a:spcAft>
              <a:buClr>
                <a:schemeClr val="dk1"/>
              </a:buClr>
              <a:buSzPts val="1200"/>
              <a:buFont typeface="Poppins" panose="00000500000000000000"/>
              <a:buChar char="○"/>
              <a:defRPr sz="1200">
                <a:solidFill>
                  <a:schemeClr val="dk1"/>
                </a:solidFill>
                <a:latin typeface="Poppins" panose="00000500000000000000"/>
                <a:ea typeface="Poppins" panose="00000500000000000000"/>
                <a:cs typeface="Poppins" panose="00000500000000000000"/>
                <a:sym typeface="Poppins" panose="00000500000000000000"/>
              </a:defRPr>
            </a:lvl8pPr>
            <a:lvl9pPr marL="4114800" lvl="8" indent="-304800">
              <a:lnSpc>
                <a:spcPct val="100000"/>
              </a:lnSpc>
              <a:spcBef>
                <a:spcPts val="0"/>
              </a:spcBef>
              <a:spcAft>
                <a:spcPts val="0"/>
              </a:spcAft>
              <a:buClr>
                <a:schemeClr val="dk1"/>
              </a:buClr>
              <a:buSzPts val="1200"/>
              <a:buFont typeface="Poppins" panose="00000500000000000000"/>
              <a:buChar char="■"/>
              <a:defRPr sz="1200">
                <a:solidFill>
                  <a:schemeClr val="dk1"/>
                </a:solidFill>
                <a:latin typeface="Poppins" panose="00000500000000000000"/>
                <a:ea typeface="Poppins" panose="00000500000000000000"/>
                <a:cs typeface="Poppins" panose="00000500000000000000"/>
                <a:sym typeface="Poppins" panose="00000500000000000000"/>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jpe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image" Target="../media/image22.png"/><Relationship Id="rId4" Type="http://schemas.openxmlformats.org/officeDocument/2006/relationships/image" Target="../media/image21.jpe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25.png"/><Relationship Id="rId4" Type="http://schemas.openxmlformats.org/officeDocument/2006/relationships/image" Target="../media/image24.jpe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9.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5"/>
          <p:cNvSpPr txBox="1">
            <a:spLocks noGrp="1"/>
          </p:cNvSpPr>
          <p:nvPr>
            <p:ph type="ctrTitle"/>
          </p:nvPr>
        </p:nvSpPr>
        <p:spPr>
          <a:xfrm>
            <a:off x="533304" y="547071"/>
            <a:ext cx="7835770" cy="4360073"/>
          </a:xfrm>
          <a:prstGeom prst="rect">
            <a:avLst/>
          </a:prstGeom>
        </p:spPr>
        <p:txBody>
          <a:bodyPr spcFirstLastPara="1" wrap="square" lIns="91425" tIns="91425" rIns="91425" bIns="91425" anchor="b" anchorCtr="0">
            <a:noAutofit/>
          </a:bodyPr>
          <a:lstStyle/>
          <a:p>
            <a:pPr lvl="0"/>
            <a:br>
              <a:rPr lang="en-US" sz="3200" dirty="0"/>
            </a:br>
            <a:r>
              <a:rPr lang="en-US" sz="3200" dirty="0"/>
              <a:t>Induction Motor Fault Diagnosis using Convolutional Neural Networks</a:t>
            </a:r>
            <a:br>
              <a:rPr lang="en-US" sz="3200" dirty="0"/>
            </a:br>
            <a:br>
              <a:rPr lang="en-US" sz="1400" dirty="0"/>
            </a:br>
            <a:br>
              <a:rPr lang="en-US" sz="3200" dirty="0"/>
            </a:br>
            <a:br>
              <a:rPr lang="en-US" sz="3200" dirty="0"/>
            </a:br>
            <a:br>
              <a:rPr lang="en-US" sz="3200" dirty="0"/>
            </a:br>
            <a:br>
              <a:rPr lang="en-US" sz="3200" dirty="0"/>
            </a:br>
            <a:endParaRPr sz="3200" dirty="0"/>
          </a:p>
        </p:txBody>
      </p:sp>
      <p:sp>
        <p:nvSpPr>
          <p:cNvPr id="2" name="Google Shape;329;p35"/>
          <p:cNvSpPr txBox="1"/>
          <p:nvPr/>
        </p:nvSpPr>
        <p:spPr>
          <a:xfrm>
            <a:off x="1195811" y="2327779"/>
            <a:ext cx="2251926" cy="93451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91919"/>
              </a:buClr>
              <a:buSzPts val="5200"/>
              <a:buFont typeface="Poppins" panose="00000500000000000000"/>
              <a:buNone/>
              <a:defRPr sz="45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R="0" lvl="1"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2pPr>
            <a:lvl3pPr marR="0" lvl="2"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3pPr>
            <a:lvl4pPr marR="0" lvl="3"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4pPr>
            <a:lvl5pPr marR="0" lvl="4"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5pPr>
            <a:lvl6pPr marR="0" lvl="5"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6pPr>
            <a:lvl7pPr marR="0" lvl="6"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7pPr>
            <a:lvl8pPr marR="0" lvl="7"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8pPr>
            <a:lvl9pPr marR="0" lvl="8"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9pPr>
          </a:lstStyle>
          <a:p>
            <a:pPr algn="l"/>
            <a:r>
              <a:rPr lang="en-US" sz="2400" dirty="0"/>
              <a:t>BEE-15-D</a:t>
            </a:r>
          </a:p>
          <a:p>
            <a:pPr algn="l"/>
            <a:r>
              <a:rPr lang="en-US" sz="2400" dirty="0"/>
              <a:t>Group # 1</a:t>
            </a:r>
          </a:p>
        </p:txBody>
      </p:sp>
      <p:sp>
        <p:nvSpPr>
          <p:cNvPr id="3" name="Google Shape;329;p35"/>
          <p:cNvSpPr txBox="1"/>
          <p:nvPr/>
        </p:nvSpPr>
        <p:spPr>
          <a:xfrm>
            <a:off x="4601327" y="2487176"/>
            <a:ext cx="4141981" cy="44657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91919"/>
              </a:buClr>
              <a:buSzPts val="5200"/>
              <a:buFont typeface="Poppins" panose="00000500000000000000"/>
              <a:buNone/>
              <a:defRPr sz="45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R="0" lvl="1"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2pPr>
            <a:lvl3pPr marR="0" lvl="2"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3pPr>
            <a:lvl4pPr marR="0" lvl="3"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4pPr>
            <a:lvl5pPr marR="0" lvl="4"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5pPr>
            <a:lvl6pPr marR="0" lvl="5"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6pPr>
            <a:lvl7pPr marR="0" lvl="6"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7pPr>
            <a:lvl8pPr marR="0" lvl="7"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8pPr>
            <a:lvl9pPr marR="0" lvl="8"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9pPr>
          </a:lstStyle>
          <a:p>
            <a:pPr algn="l"/>
            <a:r>
              <a:rPr lang="en-US" sz="2400" dirty="0"/>
              <a:t>Group members:</a:t>
            </a:r>
            <a:endParaRPr lang="en-US" sz="2400" b="0" dirty="0"/>
          </a:p>
        </p:txBody>
      </p:sp>
      <p:sp>
        <p:nvSpPr>
          <p:cNvPr id="4" name="Google Shape;329;p35"/>
          <p:cNvSpPr txBox="1"/>
          <p:nvPr/>
        </p:nvSpPr>
        <p:spPr>
          <a:xfrm>
            <a:off x="5581139" y="2795035"/>
            <a:ext cx="2892301" cy="180139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91919"/>
              </a:buClr>
              <a:buSzPts val="5200"/>
              <a:buFont typeface="Poppins" panose="00000500000000000000"/>
              <a:buNone/>
              <a:defRPr sz="45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R="0" lvl="1"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2pPr>
            <a:lvl3pPr marR="0" lvl="2"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3pPr>
            <a:lvl4pPr marR="0" lvl="3"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4pPr>
            <a:lvl5pPr marR="0" lvl="4"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5pPr>
            <a:lvl6pPr marR="0" lvl="5"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6pPr>
            <a:lvl7pPr marR="0" lvl="6"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7pPr>
            <a:lvl8pPr marR="0" lvl="7"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8pPr>
            <a:lvl9pPr marR="0" lvl="8" algn="ctr" rtl="0">
              <a:lnSpc>
                <a:spcPct val="100000"/>
              </a:lnSpc>
              <a:spcBef>
                <a:spcPts val="0"/>
              </a:spcBef>
              <a:spcAft>
                <a:spcPts val="0"/>
              </a:spcAft>
              <a:buClr>
                <a:srgbClr val="191919"/>
              </a:buClr>
              <a:buSzPts val="5200"/>
              <a:buFont typeface="Poppins" panose="00000500000000000000"/>
              <a:buNone/>
              <a:defRPr sz="5200" b="1" i="0" u="none" strike="noStrike" cap="none">
                <a:solidFill>
                  <a:srgbClr val="191919"/>
                </a:solidFill>
                <a:latin typeface="Poppins" panose="00000500000000000000"/>
                <a:ea typeface="Poppins" panose="00000500000000000000"/>
                <a:cs typeface="Poppins" panose="00000500000000000000"/>
                <a:sym typeface="Poppins" panose="00000500000000000000"/>
              </a:defRPr>
            </a:lvl9pPr>
          </a:lstStyle>
          <a:p>
            <a:pPr algn="l"/>
            <a:br>
              <a:rPr lang="en-US" sz="2400" b="0" dirty="0"/>
            </a:br>
            <a:r>
              <a:rPr lang="en-US" sz="2000" b="0" dirty="0"/>
              <a:t>Kumail Ahmed</a:t>
            </a:r>
            <a:br>
              <a:rPr lang="en-US" sz="2000" b="0" dirty="0"/>
            </a:br>
            <a:r>
              <a:rPr lang="en-US" sz="2000" b="0" dirty="0"/>
              <a:t>Muhammed Ahmed</a:t>
            </a:r>
            <a:br>
              <a:rPr lang="en-US" sz="2000" b="0" dirty="0"/>
            </a:br>
            <a:r>
              <a:rPr lang="en-US" sz="2000" b="0" dirty="0"/>
              <a:t>M. Farhan Shah</a:t>
            </a:r>
            <a:br>
              <a:rPr lang="en-US" sz="2000" b="0" dirty="0"/>
            </a:br>
            <a:r>
              <a:rPr lang="en-US" sz="2000" b="0" dirty="0" err="1"/>
              <a:t>Huzyepha</a:t>
            </a:r>
            <a:r>
              <a:rPr lang="en-US" sz="2000" b="0" dirty="0"/>
              <a:t> Javaid</a:t>
            </a:r>
            <a:br>
              <a:rPr lang="en-US" sz="2000" b="0" dirty="0"/>
            </a:br>
            <a:r>
              <a:rPr lang="en-US" sz="2000" b="0" dirty="0"/>
              <a:t>Shaheer Asghar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70" name="Google Shape;370;p39"/>
          <p:cNvSpPr txBox="1">
            <a:spLocks noGrp="1"/>
          </p:cNvSpPr>
          <p:nvPr>
            <p:ph type="ctrTitle"/>
          </p:nvPr>
        </p:nvSpPr>
        <p:spPr>
          <a:xfrm>
            <a:off x="129069" y="462337"/>
            <a:ext cx="3338459" cy="70378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3600" dirty="0"/>
              <a:t>Introduction</a:t>
            </a:r>
            <a:br>
              <a:rPr lang="en-GB" sz="3600" dirty="0"/>
            </a:br>
            <a:br>
              <a:rPr lang="en-GB" sz="3600" dirty="0"/>
            </a:br>
            <a:r>
              <a:rPr lang="en-GB" sz="3600" dirty="0"/>
              <a:t> </a:t>
            </a:r>
            <a:endParaRPr sz="3600" dirty="0"/>
          </a:p>
        </p:txBody>
      </p:sp>
      <p:sp>
        <p:nvSpPr>
          <p:cNvPr id="6" name="Google Shape;378;p40"/>
          <p:cNvSpPr txBox="1"/>
          <p:nvPr/>
        </p:nvSpPr>
        <p:spPr>
          <a:xfrm>
            <a:off x="390418" y="754813"/>
            <a:ext cx="6077164" cy="2059969"/>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228600" indent="-228600" algn="just">
              <a:lnSpc>
                <a:spcPct val="150000"/>
              </a:lnSpc>
              <a:buFont typeface="Arial" panose="020B0604020202020204" pitchFamily="34" charset="0"/>
              <a:buChar char="•"/>
            </a:pPr>
            <a:endParaRPr lang="en-US" dirty="0">
              <a:latin typeface="Poppins" panose="00000500000000000000" pitchFamily="2" charset="0"/>
              <a:cs typeface="Poppins" panose="00000500000000000000" pitchFamily="2" charset="0"/>
            </a:endParaRPr>
          </a:p>
          <a:p>
            <a:pPr marL="228600" indent="-228600">
              <a:lnSpc>
                <a:spcPct val="150000"/>
              </a:lnSpc>
              <a:buFont typeface="Arial" panose="020B0604020202020204" pitchFamily="34" charset="0"/>
              <a:buChar char="•"/>
            </a:pPr>
            <a:endParaRPr lang="en-US" dirty="0">
              <a:latin typeface="Poppins" panose="00000500000000000000" pitchFamily="2" charset="0"/>
              <a:cs typeface="Poppins" panose="00000500000000000000" pitchFamily="2" charset="0"/>
            </a:endParaRPr>
          </a:p>
        </p:txBody>
      </p:sp>
      <p:sp>
        <p:nvSpPr>
          <p:cNvPr id="7" name="Google Shape;378;p40"/>
          <p:cNvSpPr txBox="1"/>
          <p:nvPr/>
        </p:nvSpPr>
        <p:spPr>
          <a:xfrm>
            <a:off x="390418" y="901051"/>
            <a:ext cx="6169630" cy="4017917"/>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285750" indent="-285750">
              <a:lnSpc>
                <a:spcPct val="150000"/>
              </a:lnSpc>
              <a:buFont typeface="Arial" panose="020B0604020202020204" pitchFamily="34" charset="0"/>
              <a:buChar char="•"/>
            </a:pPr>
            <a:endParaRPr lang="en-US" sz="1600" dirty="0">
              <a:latin typeface="Poppins" panose="00000500000000000000" pitchFamily="2" charset="0"/>
              <a:cs typeface="Poppins" panose="00000500000000000000" pitchFamily="2" charset="0"/>
            </a:endParaRPr>
          </a:p>
        </p:txBody>
      </p:sp>
      <p:pic>
        <p:nvPicPr>
          <p:cNvPr id="8" name="Picture 7" descr="A diagram of a model"/>
          <p:cNvPicPr>
            <a:picLocks noChangeAspect="1"/>
          </p:cNvPicPr>
          <p:nvPr/>
        </p:nvPicPr>
        <p:blipFill>
          <a:blip r:embed="rId3"/>
          <a:srcRect l="27716" r="26703"/>
          <a:stretch>
            <a:fillRect/>
          </a:stretch>
        </p:blipFill>
        <p:spPr>
          <a:xfrm>
            <a:off x="6513815" y="1068512"/>
            <a:ext cx="2555911" cy="3364786"/>
          </a:xfrm>
          <a:prstGeom prst="rect">
            <a:avLst/>
          </a:prstGeom>
        </p:spPr>
      </p:pic>
      <p:sp>
        <p:nvSpPr>
          <p:cNvPr id="12" name="TextBox 11"/>
          <p:cNvSpPr txBox="1"/>
          <p:nvPr/>
        </p:nvSpPr>
        <p:spPr>
          <a:xfrm>
            <a:off x="241442" y="1166117"/>
            <a:ext cx="6467582" cy="3754874"/>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Induction motors power a major portion of industrial machinery and processes.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Unexpected motor failures can lead to serious </a:t>
            </a:r>
            <a:r>
              <a:rPr kumimoji="0" lang="en-US"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safety risks </a:t>
            </a: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and significant production </a:t>
            </a:r>
            <a:r>
              <a:rPr kumimoji="0" lang="en-US"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downtime</a:t>
            </a: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Traditional fault diagnosis depends on expert manual interpretation, which is costly and prone to human error.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There is a strong need for </a:t>
            </a:r>
            <a:r>
              <a:rPr kumimoji="0" lang="en-US"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automated</a:t>
            </a: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and robust fault detection methods that work reliably under real-world variable operating conditions.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Using </a:t>
            </a:r>
            <a:r>
              <a:rPr kumimoji="0" lang="en-US"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stator current signals </a:t>
            </a: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makes the system economically attractive since current sensors are inexpensive and non-intrusive.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The proposed model can differentiate between </a:t>
            </a:r>
            <a:r>
              <a:rPr kumimoji="0" lang="en-US"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similar fault</a:t>
            </a: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a:t>
            </a:r>
            <a:r>
              <a:rPr kumimoji="0" lang="en-US" altLang="en-US" sz="1400" b="1" i="0" u="none" strike="noStrike" cap="none" normalizeH="0" baseline="0" dirty="0">
                <a:ln>
                  <a:noFill/>
                </a:ln>
                <a:solidFill>
                  <a:schemeClr val="tx1"/>
                </a:solidFill>
                <a:effectLst/>
                <a:latin typeface="Poppins" panose="00000500000000000000" pitchFamily="2" charset="0"/>
                <a:cs typeface="Poppins" panose="00000500000000000000" pitchFamily="2" charset="0"/>
              </a:rPr>
              <a:t>signatures</a:t>
            </a: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 even under grid instability, voltage variation, load fluctuations, and noise.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This capability addresses a major challenge in predictive maintenance by enabling accurate and reliable motor health monitoring.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 name="Title 2"/>
          <p:cNvSpPr>
            <a:spLocks noGrp="1"/>
          </p:cNvSpPr>
          <p:nvPr>
            <p:ph type="title"/>
          </p:nvPr>
        </p:nvSpPr>
        <p:spPr>
          <a:xfrm>
            <a:off x="308224" y="426377"/>
            <a:ext cx="5732156" cy="740253"/>
          </a:xfrm>
        </p:spPr>
        <p:txBody>
          <a:bodyPr>
            <a:normAutofit fontScale="90000"/>
          </a:bodyPr>
          <a:lstStyle/>
          <a:p>
            <a:r>
              <a:rPr lang="en-US" sz="2800" dirty="0"/>
              <a:t>Simulink Models and Working </a:t>
            </a:r>
            <a:br>
              <a:rPr lang="en-US" sz="2800" dirty="0"/>
            </a:br>
            <a:br>
              <a:rPr lang="en-US" sz="2800" dirty="0"/>
            </a:br>
            <a:br>
              <a:rPr lang="en-US" sz="2800" dirty="0"/>
            </a:br>
            <a:br>
              <a:rPr lang="en-US" sz="2800" dirty="0"/>
            </a:br>
            <a:endParaRPr lang="en-US" sz="2800" dirty="0"/>
          </a:p>
        </p:txBody>
      </p:sp>
      <p:sp>
        <p:nvSpPr>
          <p:cNvPr id="32" name="Title 2"/>
          <p:cNvSpPr txBox="1"/>
          <p:nvPr/>
        </p:nvSpPr>
        <p:spPr>
          <a:xfrm>
            <a:off x="407572" y="973859"/>
            <a:ext cx="2055880" cy="38554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R="0" lvl="1"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R="0" lvl="2"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R="0" lvl="3"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R="0" lvl="4"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R="0" lvl="5"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R="0" lvl="6"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R="0" lvl="7"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R="0" lvl="8"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r>
              <a:rPr lang="en-US" sz="2400" dirty="0"/>
              <a:t>Healthy</a:t>
            </a:r>
            <a:br>
              <a:rPr lang="en-US" sz="2400" dirty="0"/>
            </a:br>
            <a:br>
              <a:rPr lang="en-US" sz="2400" dirty="0"/>
            </a:br>
            <a:br>
              <a:rPr lang="en-US" sz="2400" dirty="0"/>
            </a:br>
            <a:endParaRPr lang="en-US" sz="2400" dirty="0"/>
          </a:p>
        </p:txBody>
      </p:sp>
      <p:sp>
        <p:nvSpPr>
          <p:cNvPr id="38" name="Rectangle 11"/>
          <p:cNvSpPr txBox="1">
            <a:spLocks noChangeArrowheads="1"/>
          </p:cNvSpPr>
          <p:nvPr/>
        </p:nvSpPr>
        <p:spPr bwMode="auto">
          <a:xfrm>
            <a:off x="354946" y="1166629"/>
            <a:ext cx="4650893" cy="307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anchor="ctr" anchorCtr="0" compatLnSpc="1">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R="0" lvl="1"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R="0" lvl="2"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R="0" lvl="3"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R="0" lvl="4"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R="0" lvl="5"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R="0" lvl="6"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R="0" lvl="7"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R="0" lvl="8"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pPr algn="l" eaLnBrk="0" fontAlgn="base" hangingPunct="0">
              <a:spcBef>
                <a:spcPct val="0"/>
              </a:spcBef>
              <a:spcAft>
                <a:spcPct val="0"/>
              </a:spcAft>
              <a:buClrTx/>
              <a:buSzTx/>
              <a:buFontTx/>
              <a:buNone/>
            </a:pPr>
            <a:endParaRPr lang="en-US" altLang="en-US" sz="1800" b="0" dirty="0">
              <a:solidFill>
                <a:schemeClr val="tx1"/>
              </a:solidFill>
              <a:latin typeface="Poppins" panose="00000500000000000000" pitchFamily="2" charset="0"/>
              <a:cs typeface="Poppins" panose="00000500000000000000" pitchFamily="2" charset="0"/>
            </a:endParaRPr>
          </a:p>
          <a:p>
            <a:pPr marL="285750" indent="-285750" algn="just" eaLnBrk="0" fontAlgn="base" hangingPunct="0">
              <a:spcBef>
                <a:spcPct val="0"/>
              </a:spcBef>
              <a:spcAft>
                <a:spcPct val="0"/>
              </a:spcAft>
              <a:buClrTx/>
              <a:buSzTx/>
              <a:buFont typeface="Arial" panose="020B0604020202020204" pitchFamily="34" charset="0"/>
              <a:buChar char="•"/>
            </a:pPr>
            <a:r>
              <a:rPr lang="en-US" altLang="en-US" sz="1600" b="0" dirty="0">
                <a:solidFill>
                  <a:schemeClr val="tx1"/>
                </a:solidFill>
                <a:latin typeface="Poppins" panose="00000500000000000000" pitchFamily="2" charset="0"/>
                <a:cs typeface="Poppins" panose="00000500000000000000" pitchFamily="2" charset="0"/>
              </a:rPr>
              <a:t>Simulates a healthy </a:t>
            </a:r>
            <a:r>
              <a:rPr lang="en-US" altLang="en-US" sz="1600" dirty="0">
                <a:solidFill>
                  <a:schemeClr val="tx1"/>
                </a:solidFill>
                <a:latin typeface="Poppins" panose="00000500000000000000" pitchFamily="2" charset="0"/>
                <a:cs typeface="Poppins" panose="00000500000000000000" pitchFamily="2" charset="0"/>
              </a:rPr>
              <a:t>three-phase induction motor</a:t>
            </a:r>
            <a:r>
              <a:rPr lang="en-US" altLang="en-US" sz="1600" b="0" dirty="0">
                <a:solidFill>
                  <a:schemeClr val="tx1"/>
                </a:solidFill>
                <a:latin typeface="Poppins" panose="00000500000000000000" pitchFamily="2" charset="0"/>
                <a:cs typeface="Poppins" panose="00000500000000000000" pitchFamily="2" charset="0"/>
              </a:rPr>
              <a:t> using an Asynchronous   Machine block.</a:t>
            </a:r>
          </a:p>
          <a:p>
            <a:pPr marL="285750" indent="-285750" algn="just" eaLnBrk="0" fontAlgn="base" hangingPunct="0">
              <a:spcBef>
                <a:spcPct val="0"/>
              </a:spcBef>
              <a:spcAft>
                <a:spcPct val="0"/>
              </a:spcAft>
              <a:buClrTx/>
              <a:buSzTx/>
              <a:buFont typeface="Arial" panose="020B0604020202020204" pitchFamily="34" charset="0"/>
              <a:buChar char="•"/>
            </a:pPr>
            <a:r>
              <a:rPr lang="en-US" altLang="en-US" sz="1600" dirty="0">
                <a:solidFill>
                  <a:schemeClr val="tx1"/>
                </a:solidFill>
                <a:latin typeface="Poppins" panose="00000500000000000000" pitchFamily="2" charset="0"/>
                <a:cs typeface="Poppins" panose="00000500000000000000" pitchFamily="2" charset="0"/>
              </a:rPr>
              <a:t>Three-Phase Source</a:t>
            </a:r>
            <a:r>
              <a:rPr lang="en-US" altLang="en-US" sz="1600" b="0" dirty="0">
                <a:solidFill>
                  <a:schemeClr val="tx1"/>
                </a:solidFill>
                <a:latin typeface="Poppins" panose="00000500000000000000" pitchFamily="2" charset="0"/>
                <a:cs typeface="Poppins" panose="00000500000000000000" pitchFamily="2" charset="0"/>
              </a:rPr>
              <a:t> supplies power; </a:t>
            </a:r>
            <a:r>
              <a:rPr lang="en-US" altLang="en-US" sz="1600" dirty="0">
                <a:solidFill>
                  <a:schemeClr val="tx1"/>
                </a:solidFill>
                <a:latin typeface="Poppins" panose="00000500000000000000" pitchFamily="2" charset="0"/>
                <a:cs typeface="Poppins" panose="00000500000000000000" pitchFamily="2" charset="0"/>
              </a:rPr>
              <a:t>Load Torque</a:t>
            </a:r>
            <a:r>
              <a:rPr lang="en-US" altLang="en-US" sz="1600" b="0" dirty="0">
                <a:solidFill>
                  <a:schemeClr val="tx1"/>
                </a:solidFill>
                <a:latin typeface="Poppins" panose="00000500000000000000" pitchFamily="2" charset="0"/>
                <a:cs typeface="Poppins" panose="00000500000000000000" pitchFamily="2" charset="0"/>
              </a:rPr>
              <a:t> applies mechanical load.</a:t>
            </a:r>
          </a:p>
          <a:p>
            <a:pPr marL="285750" indent="-285750" algn="just" eaLnBrk="0" fontAlgn="base" hangingPunct="0">
              <a:spcBef>
                <a:spcPct val="0"/>
              </a:spcBef>
              <a:spcAft>
                <a:spcPct val="0"/>
              </a:spcAft>
              <a:buClrTx/>
              <a:buSzTx/>
              <a:buFont typeface="Arial" panose="020B0604020202020204" pitchFamily="34" charset="0"/>
              <a:buChar char="•"/>
            </a:pPr>
            <a:r>
              <a:rPr lang="en-US" altLang="en-US" sz="1600" dirty="0">
                <a:solidFill>
                  <a:schemeClr val="tx1"/>
                </a:solidFill>
                <a:latin typeface="Poppins" panose="00000500000000000000" pitchFamily="2" charset="0"/>
                <a:cs typeface="Poppins" panose="00000500000000000000" pitchFamily="2" charset="0"/>
              </a:rPr>
              <a:t>Bus Selector</a:t>
            </a:r>
            <a:r>
              <a:rPr lang="en-US" altLang="en-US" sz="1600" b="0" dirty="0">
                <a:solidFill>
                  <a:schemeClr val="tx1"/>
                </a:solidFill>
                <a:latin typeface="Poppins" panose="00000500000000000000" pitchFamily="2" charset="0"/>
                <a:cs typeface="Poppins" panose="00000500000000000000" pitchFamily="2" charset="0"/>
              </a:rPr>
              <a:t>, </a:t>
            </a:r>
            <a:r>
              <a:rPr lang="en-US" altLang="en-US" sz="1600" dirty="0">
                <a:solidFill>
                  <a:schemeClr val="tx1"/>
                </a:solidFill>
                <a:latin typeface="Poppins" panose="00000500000000000000" pitchFamily="2" charset="0"/>
                <a:cs typeface="Poppins" panose="00000500000000000000" pitchFamily="2" charset="0"/>
              </a:rPr>
              <a:t>Scope</a:t>
            </a:r>
            <a:r>
              <a:rPr lang="en-US" altLang="en-US" sz="1600" b="0" dirty="0">
                <a:solidFill>
                  <a:schemeClr val="tx1"/>
                </a:solidFill>
                <a:latin typeface="Poppins" panose="00000500000000000000" pitchFamily="2" charset="0"/>
                <a:cs typeface="Poppins" panose="00000500000000000000" pitchFamily="2" charset="0"/>
              </a:rPr>
              <a:t>, and </a:t>
            </a:r>
            <a:r>
              <a:rPr lang="en-US" altLang="en-US" sz="1600" dirty="0">
                <a:solidFill>
                  <a:schemeClr val="tx1"/>
                </a:solidFill>
                <a:latin typeface="Poppins" panose="00000500000000000000" pitchFamily="2" charset="0"/>
                <a:cs typeface="Poppins" panose="00000500000000000000" pitchFamily="2" charset="0"/>
              </a:rPr>
              <a:t>To Workspace</a:t>
            </a:r>
            <a:r>
              <a:rPr lang="en-US" altLang="en-US" sz="1600" b="0" dirty="0">
                <a:solidFill>
                  <a:schemeClr val="tx1"/>
                </a:solidFill>
                <a:latin typeface="Poppins" panose="00000500000000000000" pitchFamily="2" charset="0"/>
                <a:cs typeface="Poppins" panose="00000500000000000000" pitchFamily="2" charset="0"/>
              </a:rPr>
              <a:t> blocks monitor and log signals.</a:t>
            </a:r>
          </a:p>
          <a:p>
            <a:pPr marL="285750" indent="-285750" algn="just" eaLnBrk="0" fontAlgn="base" hangingPunct="0">
              <a:spcBef>
                <a:spcPct val="0"/>
              </a:spcBef>
              <a:spcAft>
                <a:spcPct val="0"/>
              </a:spcAft>
              <a:buClrTx/>
              <a:buSzTx/>
              <a:buFont typeface="Arial" panose="020B0604020202020204" pitchFamily="34" charset="0"/>
              <a:buChar char="•"/>
            </a:pPr>
            <a:r>
              <a:rPr lang="en-US" altLang="en-US" sz="1600" dirty="0">
                <a:solidFill>
                  <a:schemeClr val="tx1"/>
                </a:solidFill>
                <a:latin typeface="Poppins" panose="00000500000000000000" pitchFamily="2" charset="0"/>
                <a:cs typeface="Poppins" panose="00000500000000000000" pitchFamily="2" charset="0"/>
              </a:rPr>
              <a:t>Clock</a:t>
            </a:r>
            <a:r>
              <a:rPr lang="en-US" altLang="en-US" sz="1600" b="0" dirty="0">
                <a:solidFill>
                  <a:schemeClr val="tx1"/>
                </a:solidFill>
                <a:latin typeface="Poppins" panose="00000500000000000000" pitchFamily="2" charset="0"/>
                <a:cs typeface="Poppins" panose="00000500000000000000" pitchFamily="2" charset="0"/>
              </a:rPr>
              <a:t> and </a:t>
            </a:r>
            <a:r>
              <a:rPr lang="en-US" altLang="en-US" sz="1600" dirty="0" err="1">
                <a:solidFill>
                  <a:schemeClr val="tx1"/>
                </a:solidFill>
                <a:latin typeface="Poppins" panose="00000500000000000000" pitchFamily="2" charset="0"/>
                <a:cs typeface="Poppins" panose="00000500000000000000" pitchFamily="2" charset="0"/>
              </a:rPr>
              <a:t>powergui</a:t>
            </a:r>
            <a:r>
              <a:rPr lang="en-US" altLang="en-US" sz="1600" b="0" dirty="0">
                <a:solidFill>
                  <a:schemeClr val="tx1"/>
                </a:solidFill>
                <a:latin typeface="Poppins" panose="00000500000000000000" pitchFamily="2" charset="0"/>
                <a:cs typeface="Poppins" panose="00000500000000000000" pitchFamily="2" charset="0"/>
              </a:rPr>
              <a:t> support timing and electrical system simulation.</a:t>
            </a:r>
          </a:p>
          <a:p>
            <a:pPr marL="285750" indent="-285750" algn="just" eaLnBrk="0" fontAlgn="base" hangingPunct="0">
              <a:spcBef>
                <a:spcPct val="0"/>
              </a:spcBef>
              <a:spcAft>
                <a:spcPct val="0"/>
              </a:spcAft>
              <a:buClrTx/>
              <a:buSzTx/>
              <a:buFont typeface="Arial" panose="020B0604020202020204" pitchFamily="34" charset="0"/>
              <a:buChar char="•"/>
            </a:pPr>
            <a:r>
              <a:rPr lang="en-US" altLang="en-US" sz="1600" b="0" dirty="0">
                <a:solidFill>
                  <a:schemeClr val="tx1"/>
                </a:solidFill>
                <a:latin typeface="Poppins" panose="00000500000000000000" pitchFamily="2" charset="0"/>
                <a:cs typeface="Poppins" panose="00000500000000000000" pitchFamily="2" charset="0"/>
              </a:rPr>
              <a:t>Designed for analyzing normal/healthy motor performance.</a:t>
            </a:r>
          </a:p>
        </p:txBody>
      </p:sp>
      <p:pic>
        <p:nvPicPr>
          <p:cNvPr id="40" name="Picture 39"/>
          <p:cNvPicPr>
            <a:picLocks noChangeAspect="1"/>
          </p:cNvPicPr>
          <p:nvPr/>
        </p:nvPicPr>
        <p:blipFill>
          <a:blip r:embed="rId3"/>
          <a:stretch>
            <a:fillRect/>
          </a:stretch>
        </p:blipFill>
        <p:spPr>
          <a:xfrm>
            <a:off x="5005838" y="1435007"/>
            <a:ext cx="4138161" cy="27031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0"/>
          <p:cNvSpPr txBox="1">
            <a:spLocks noGrp="1"/>
          </p:cNvSpPr>
          <p:nvPr>
            <p:ph type="title"/>
          </p:nvPr>
        </p:nvSpPr>
        <p:spPr>
          <a:xfrm>
            <a:off x="394710" y="536900"/>
            <a:ext cx="4330893" cy="91312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Voltage Imbalance</a:t>
            </a:r>
            <a:endParaRPr dirty="0"/>
          </a:p>
        </p:txBody>
      </p:sp>
      <p:sp>
        <p:nvSpPr>
          <p:cNvPr id="378" name="Google Shape;378;p40"/>
          <p:cNvSpPr txBox="1">
            <a:spLocks noGrp="1"/>
          </p:cNvSpPr>
          <p:nvPr>
            <p:ph type="subTitle" idx="2"/>
          </p:nvPr>
        </p:nvSpPr>
        <p:spPr>
          <a:xfrm>
            <a:off x="5837153" y="2261785"/>
            <a:ext cx="2575402" cy="410526"/>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pPr>
            <a:r>
              <a:rPr lang="en-US" sz="1600" dirty="0"/>
              <a:t>Before Data Processing</a:t>
            </a:r>
            <a:endParaRPr sz="1600" dirty="0"/>
          </a:p>
        </p:txBody>
      </p:sp>
      <p:pic>
        <p:nvPicPr>
          <p:cNvPr id="2" name="Picture 1"/>
          <p:cNvPicPr>
            <a:picLocks noChangeAspect="1"/>
          </p:cNvPicPr>
          <p:nvPr/>
        </p:nvPicPr>
        <p:blipFill>
          <a:blip r:embed="rId3"/>
          <a:srcRect/>
          <a:stretch>
            <a:fillRect/>
          </a:stretch>
        </p:blipFill>
        <p:spPr>
          <a:xfrm>
            <a:off x="5610722" y="429574"/>
            <a:ext cx="2891641" cy="1911075"/>
          </a:xfrm>
          <a:prstGeom prst="rect">
            <a:avLst/>
          </a:prstGeom>
        </p:spPr>
      </p:pic>
      <p:pic>
        <p:nvPicPr>
          <p:cNvPr id="4" name="Picture 3" descr="A graph of a normalized curve&#10;&#10;AI-generated content may be incorrect."/>
          <p:cNvPicPr>
            <a:picLocks noChangeAspect="1"/>
          </p:cNvPicPr>
          <p:nvPr/>
        </p:nvPicPr>
        <p:blipFill>
          <a:blip r:embed="rId4"/>
          <a:stretch>
            <a:fillRect/>
          </a:stretch>
        </p:blipFill>
        <p:spPr>
          <a:xfrm>
            <a:off x="5506560" y="2725462"/>
            <a:ext cx="2995803" cy="1988464"/>
          </a:xfrm>
          <a:prstGeom prst="rect">
            <a:avLst/>
          </a:prstGeom>
        </p:spPr>
      </p:pic>
      <p:sp>
        <p:nvSpPr>
          <p:cNvPr id="5" name="Google Shape;378;p40"/>
          <p:cNvSpPr txBox="1"/>
          <p:nvPr/>
        </p:nvSpPr>
        <p:spPr>
          <a:xfrm>
            <a:off x="5837153" y="4616929"/>
            <a:ext cx="2575402" cy="4105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L="914400" marR="0" lvl="1"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L="1371600" marR="0" lvl="2"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L="1828800" marR="0" lvl="3"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L="2286000" marR="0" lvl="4"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L="2743200" marR="0" lvl="5"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L="3200400" marR="0" lvl="6"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L="3657600" marR="0" lvl="7"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L="4114800" marR="0" lvl="8"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pPr marL="0" indent="0">
              <a:lnSpc>
                <a:spcPct val="150000"/>
              </a:lnSpc>
            </a:pPr>
            <a:r>
              <a:rPr lang="en-US" sz="1600" dirty="0"/>
              <a:t>After Data Processing</a:t>
            </a:r>
          </a:p>
        </p:txBody>
      </p:sp>
      <p:sp>
        <p:nvSpPr>
          <p:cNvPr id="9" name="TextBox 8"/>
          <p:cNvSpPr txBox="1"/>
          <p:nvPr/>
        </p:nvSpPr>
        <p:spPr>
          <a:xfrm>
            <a:off x="494676" y="1035752"/>
            <a:ext cx="4699416" cy="1345048"/>
          </a:xfrm>
          <a:prstGeom prst="rect">
            <a:avLst/>
          </a:prstGeom>
          <a:noFill/>
        </p:spPr>
        <p:txBody>
          <a:bodyPr wrap="square">
            <a:spAutoFit/>
          </a:bodyPr>
          <a:lstStyle/>
          <a:p>
            <a:pPr marL="171450" lvl="0" indent="-171450">
              <a:lnSpc>
                <a:spcPct val="150000"/>
              </a:lnSpc>
              <a:buFont typeface="Arial" panose="020B0604020202020204" pitchFamily="34" charset="0"/>
              <a:buChar char="•"/>
            </a:pPr>
            <a:r>
              <a:rPr lang="en-US" sz="1400" b="1" dirty="0"/>
              <a:t>Supply Vo</a:t>
            </a:r>
            <a:r>
              <a:rPr lang="en-US" sz="1400" b="1" dirty="0" err="1"/>
              <a:t>ltage</a:t>
            </a:r>
            <a:r>
              <a:rPr lang="en-US" sz="1400" b="1" dirty="0"/>
              <a:t> Imbalance: </a:t>
            </a:r>
            <a:r>
              <a:rPr lang="en-US" sz="1400" dirty="0"/>
              <a:t>Modelled by reducing the amplitude of Phase A by 5%-15%</a:t>
            </a:r>
          </a:p>
          <a:p>
            <a:pPr marL="171450" lvl="0" indent="-171450">
              <a:lnSpc>
                <a:spcPct val="150000"/>
              </a:lnSpc>
              <a:buFont typeface="Arial" panose="020B0604020202020204" pitchFamily="34" charset="0"/>
              <a:buChar char="•"/>
            </a:pPr>
            <a:r>
              <a:rPr lang="en-US" dirty="0"/>
              <a:t>29% difference in RMS amplitude which is shown as change in average power</a:t>
            </a:r>
            <a:endParaRPr lang="en-US" sz="1400" dirty="0"/>
          </a:p>
        </p:txBody>
      </p:sp>
      <p:pic>
        <p:nvPicPr>
          <p:cNvPr id="11" name="Picture 10"/>
          <p:cNvPicPr>
            <a:picLocks noChangeAspect="1"/>
          </p:cNvPicPr>
          <p:nvPr/>
        </p:nvPicPr>
        <p:blipFill>
          <a:blip r:embed="rId5"/>
          <a:stretch>
            <a:fillRect/>
          </a:stretch>
        </p:blipFill>
        <p:spPr>
          <a:xfrm>
            <a:off x="702185" y="2423088"/>
            <a:ext cx="4491907" cy="24498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17" name="Title 2"/>
          <p:cNvSpPr>
            <a:spLocks noGrp="1"/>
          </p:cNvSpPr>
          <p:nvPr>
            <p:ph type="title"/>
          </p:nvPr>
        </p:nvSpPr>
        <p:spPr>
          <a:xfrm>
            <a:off x="653960" y="89636"/>
            <a:ext cx="2726585" cy="541066"/>
          </a:xfrm>
        </p:spPr>
        <p:txBody>
          <a:bodyPr/>
          <a:lstStyle/>
          <a:p>
            <a:r>
              <a:rPr lang="en-US" sz="2800" dirty="0"/>
              <a:t>Bearing Fault</a:t>
            </a:r>
          </a:p>
        </p:txBody>
      </p:sp>
      <p:pic>
        <p:nvPicPr>
          <p:cNvPr id="18" name="Picture 17"/>
          <p:cNvPicPr>
            <a:picLocks noChangeAspect="1"/>
          </p:cNvPicPr>
          <p:nvPr/>
        </p:nvPicPr>
        <p:blipFill>
          <a:blip r:embed="rId3"/>
          <a:srcRect/>
          <a:stretch>
            <a:fillRect/>
          </a:stretch>
        </p:blipFill>
        <p:spPr>
          <a:xfrm>
            <a:off x="5821894" y="381454"/>
            <a:ext cx="2667739" cy="1763100"/>
          </a:xfrm>
          <a:prstGeom prst="rect">
            <a:avLst/>
          </a:prstGeom>
        </p:spPr>
      </p:pic>
      <p:sp>
        <p:nvSpPr>
          <p:cNvPr id="19" name="Google Shape;378;p40"/>
          <p:cNvSpPr txBox="1"/>
          <p:nvPr/>
        </p:nvSpPr>
        <p:spPr>
          <a:xfrm>
            <a:off x="5898465" y="2014358"/>
            <a:ext cx="2591168" cy="53336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L="914400" marR="0" lvl="1"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L="1371600" marR="0" lvl="2"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L="1828800" marR="0" lvl="3"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L="2286000" marR="0" lvl="4"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L="2743200" marR="0" lvl="5"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L="3200400" marR="0" lvl="6"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L="3657600" marR="0" lvl="7"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L="4114800" marR="0" lvl="8"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pPr marL="0" indent="0">
              <a:lnSpc>
                <a:spcPct val="150000"/>
              </a:lnSpc>
            </a:pPr>
            <a:r>
              <a:rPr lang="en-US" sz="1600" dirty="0"/>
              <a:t>Before Data Processing</a:t>
            </a:r>
          </a:p>
        </p:txBody>
      </p:sp>
      <p:pic>
        <p:nvPicPr>
          <p:cNvPr id="21" name="Picture 20" descr="A graph showing a normalized line&#10;&#10;AI-generated content may be incorrect."/>
          <p:cNvPicPr>
            <a:picLocks noChangeAspect="1"/>
          </p:cNvPicPr>
          <p:nvPr/>
        </p:nvPicPr>
        <p:blipFill>
          <a:blip r:embed="rId4"/>
          <a:stretch>
            <a:fillRect/>
          </a:stretch>
        </p:blipFill>
        <p:spPr>
          <a:xfrm>
            <a:off x="5796553" y="2482091"/>
            <a:ext cx="2718420" cy="1794157"/>
          </a:xfrm>
          <a:prstGeom prst="rect">
            <a:avLst/>
          </a:prstGeom>
        </p:spPr>
      </p:pic>
      <p:sp>
        <p:nvSpPr>
          <p:cNvPr id="22" name="Google Shape;378;p40"/>
          <p:cNvSpPr txBox="1"/>
          <p:nvPr/>
        </p:nvSpPr>
        <p:spPr>
          <a:xfrm>
            <a:off x="5941102" y="4180631"/>
            <a:ext cx="2636345" cy="43315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L="914400" marR="0" lvl="1"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L="1371600" marR="0" lvl="2"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L="1828800" marR="0" lvl="3"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L="2286000" marR="0" lvl="4"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L="2743200" marR="0" lvl="5"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L="3200400" marR="0" lvl="6"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L="3657600" marR="0" lvl="7"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L="4114800" marR="0" lvl="8"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pPr marL="0" indent="0">
              <a:lnSpc>
                <a:spcPct val="150000"/>
              </a:lnSpc>
            </a:pPr>
            <a:r>
              <a:rPr lang="en-US" sz="1600" dirty="0"/>
              <a:t>After Data Processing</a:t>
            </a:r>
          </a:p>
        </p:txBody>
      </p:sp>
      <p:sp>
        <p:nvSpPr>
          <p:cNvPr id="24" name="TextBox 23"/>
          <p:cNvSpPr txBox="1"/>
          <p:nvPr/>
        </p:nvSpPr>
        <p:spPr>
          <a:xfrm>
            <a:off x="360680" y="630555"/>
            <a:ext cx="4867910" cy="2322830"/>
          </a:xfrm>
          <a:prstGeom prst="rect">
            <a:avLst/>
          </a:prstGeom>
          <a:noFill/>
        </p:spPr>
        <p:txBody>
          <a:bodyPr wrap="square">
            <a:noAutofit/>
          </a:bodyPr>
          <a:lstStyle/>
          <a:p>
            <a:pPr marL="171450" lvl="0" indent="-171450">
              <a:lnSpc>
                <a:spcPct val="150000"/>
              </a:lnSpc>
              <a:buFont typeface="Arial" panose="020B0604020202020204" pitchFamily="34" charset="0"/>
              <a:buChar char="•"/>
            </a:pPr>
            <a:r>
              <a:rPr lang="en-US" sz="1200" b="1" dirty="0"/>
              <a:t>Bearing Fault:</a:t>
            </a:r>
            <a:r>
              <a:rPr lang="en-US" sz="1200" dirty="0"/>
              <a:t> Modelled as a series of high-frequency impulses and modulations based on Ball Pass Outer Frequency (BPFO)</a:t>
            </a:r>
          </a:p>
          <a:p>
            <a:pPr marL="171450" lvl="0" indent="-171450">
              <a:lnSpc>
                <a:spcPct val="150000"/>
              </a:lnSpc>
              <a:buFont typeface="Arial" panose="020B0604020202020204" pitchFamily="34" charset="0"/>
              <a:buChar char="•"/>
            </a:pPr>
            <a:r>
              <a:rPr lang="en-US" sz="1200" dirty="0"/>
              <a:t>Strong characteristic peak at 75Hz corresponding to the Ball Pass Outer Frequency (BPFO)</a:t>
            </a:r>
          </a:p>
          <a:p>
            <a:pPr marL="171450" lvl="0" indent="-171450">
              <a:lnSpc>
                <a:spcPct val="150000"/>
              </a:lnSpc>
              <a:buFont typeface="Arial" panose="020B0604020202020204" pitchFamily="34" charset="0"/>
              <a:buChar char="•"/>
            </a:pPr>
            <a:r>
              <a:rPr lang="en-GB" altLang="en-US" sz="1200" b="1" dirty="0"/>
              <a:t>BPFO= n/2 fr(1+</a:t>
            </a:r>
            <a:r>
              <a:rPr lang="en-US" altLang="en-GB" sz="1200" b="1" dirty="0"/>
              <a:t>B</a:t>
            </a:r>
            <a:r>
              <a:rPr lang="en-GB" altLang="en-US" sz="1200" b="1" dirty="0"/>
              <a:t>d/</a:t>
            </a:r>
            <a:r>
              <a:rPr lang="en-US" altLang="en-GB" sz="1200" b="1" dirty="0"/>
              <a:t>Pd</a:t>
            </a:r>
            <a:r>
              <a:rPr lang="en-GB" altLang="en-US" sz="1200" b="1" dirty="0"/>
              <a:t> cosB)</a:t>
            </a:r>
          </a:p>
          <a:p>
            <a:pPr marL="171450" lvl="0" indent="-171450">
              <a:lnSpc>
                <a:spcPct val="150000"/>
              </a:lnSpc>
              <a:buFont typeface="Arial" panose="020B0604020202020204" pitchFamily="34" charset="0"/>
              <a:buChar char="•"/>
            </a:pPr>
            <a:r>
              <a:rPr lang="en-US" sz="1200" dirty="0">
                <a:sym typeface="+mn-ea"/>
              </a:rPr>
              <a:t>Fault Signal: hf_modulation, impulse_train, current_modulation</a:t>
            </a:r>
            <a:endParaRPr lang="en-GB" altLang="en-US" sz="1200" b="1" dirty="0"/>
          </a:p>
        </p:txBody>
      </p:sp>
      <p:pic>
        <p:nvPicPr>
          <p:cNvPr id="26" name="Picture 25"/>
          <p:cNvPicPr>
            <a:picLocks noChangeAspect="1"/>
          </p:cNvPicPr>
          <p:nvPr/>
        </p:nvPicPr>
        <p:blipFill>
          <a:blip r:embed="rId5"/>
          <a:stretch>
            <a:fillRect/>
          </a:stretch>
        </p:blipFill>
        <p:spPr>
          <a:xfrm>
            <a:off x="889206" y="2836262"/>
            <a:ext cx="4172030" cy="22060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pic>
        <p:nvPicPr>
          <p:cNvPr id="6" name="Picture 5"/>
          <p:cNvPicPr>
            <a:picLocks noChangeAspect="1"/>
          </p:cNvPicPr>
          <p:nvPr/>
        </p:nvPicPr>
        <p:blipFill>
          <a:blip r:embed="rId3"/>
          <a:srcRect/>
          <a:stretch>
            <a:fillRect/>
          </a:stretch>
        </p:blipFill>
        <p:spPr>
          <a:xfrm>
            <a:off x="5606321" y="336044"/>
            <a:ext cx="2772199" cy="1832136"/>
          </a:xfrm>
          <a:prstGeom prst="rect">
            <a:avLst/>
          </a:prstGeom>
        </p:spPr>
      </p:pic>
      <p:sp>
        <p:nvSpPr>
          <p:cNvPr id="7" name="Google Shape;377;p40"/>
          <p:cNvSpPr txBox="1">
            <a:spLocks noGrp="1"/>
          </p:cNvSpPr>
          <p:nvPr>
            <p:ph type="title"/>
          </p:nvPr>
        </p:nvSpPr>
        <p:spPr>
          <a:xfrm>
            <a:off x="696030" y="70508"/>
            <a:ext cx="3267855" cy="588903"/>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Broken Rotor Bar</a:t>
            </a:r>
            <a:endParaRPr sz="2800" dirty="0"/>
          </a:p>
        </p:txBody>
      </p:sp>
      <p:pic>
        <p:nvPicPr>
          <p:cNvPr id="9" name="Picture 8" descr="A graph of a normalized and broken rotor&#10;&#10;AI-generated content may be incorrect."/>
          <p:cNvPicPr>
            <a:picLocks noChangeAspect="1"/>
          </p:cNvPicPr>
          <p:nvPr/>
        </p:nvPicPr>
        <p:blipFill>
          <a:blip r:embed="rId4"/>
          <a:stretch>
            <a:fillRect/>
          </a:stretch>
        </p:blipFill>
        <p:spPr>
          <a:xfrm>
            <a:off x="5513163" y="2466819"/>
            <a:ext cx="2958513" cy="1963713"/>
          </a:xfrm>
          <a:prstGeom prst="rect">
            <a:avLst/>
          </a:prstGeom>
        </p:spPr>
      </p:pic>
      <p:sp>
        <p:nvSpPr>
          <p:cNvPr id="10" name="Google Shape;378;p40"/>
          <p:cNvSpPr txBox="1"/>
          <p:nvPr/>
        </p:nvSpPr>
        <p:spPr>
          <a:xfrm>
            <a:off x="5589303" y="2003288"/>
            <a:ext cx="2772199" cy="40357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L="914400" marR="0" lvl="1"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L="1371600" marR="0" lvl="2"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L="1828800" marR="0" lvl="3"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L="2286000" marR="0" lvl="4"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L="2743200" marR="0" lvl="5"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L="3200400" marR="0" lvl="6"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L="3657600" marR="0" lvl="7"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L="4114800" marR="0" lvl="8"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pPr marL="0" indent="0">
              <a:lnSpc>
                <a:spcPct val="150000"/>
              </a:lnSpc>
            </a:pPr>
            <a:r>
              <a:rPr lang="en-US" sz="1600" dirty="0"/>
              <a:t>Before Data Processing</a:t>
            </a:r>
          </a:p>
        </p:txBody>
      </p:sp>
      <p:sp>
        <p:nvSpPr>
          <p:cNvPr id="11" name="Google Shape;378;p40"/>
          <p:cNvSpPr txBox="1"/>
          <p:nvPr/>
        </p:nvSpPr>
        <p:spPr>
          <a:xfrm>
            <a:off x="5572286" y="4262162"/>
            <a:ext cx="2806234" cy="46700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L="914400" marR="0" lvl="1"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L="1371600" marR="0" lvl="2"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L="1828800" marR="0" lvl="3"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L="2286000" marR="0" lvl="4"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L="2743200" marR="0" lvl="5"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L="3200400" marR="0" lvl="6"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L="3657600" marR="0" lvl="7"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L="4114800" marR="0" lvl="8"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pPr marL="0" indent="0">
              <a:lnSpc>
                <a:spcPct val="150000"/>
              </a:lnSpc>
            </a:pPr>
            <a:r>
              <a:rPr lang="en-US" sz="1600" dirty="0"/>
              <a:t>After Data Processing</a:t>
            </a:r>
          </a:p>
        </p:txBody>
      </p:sp>
      <p:sp>
        <p:nvSpPr>
          <p:cNvPr id="13" name="TextBox 12"/>
          <p:cNvSpPr txBox="1"/>
          <p:nvPr/>
        </p:nvSpPr>
        <p:spPr>
          <a:xfrm>
            <a:off x="95885" y="565150"/>
            <a:ext cx="5417185" cy="2240915"/>
          </a:xfrm>
          <a:prstGeom prst="rect">
            <a:avLst/>
          </a:prstGeom>
          <a:noFill/>
        </p:spPr>
        <p:txBody>
          <a:bodyPr wrap="square">
            <a:noAutofit/>
          </a:bodyPr>
          <a:lstStyle/>
          <a:p>
            <a:pPr marL="171450" lvl="0" indent="-171450">
              <a:lnSpc>
                <a:spcPct val="150000"/>
              </a:lnSpc>
              <a:buFont typeface="Arial" panose="020B0604020202020204" pitchFamily="34" charset="0"/>
              <a:buChar char="•"/>
            </a:pPr>
            <a:r>
              <a:rPr lang="en-US" sz="1400" b="1" dirty="0"/>
              <a:t>Broken Rotor Bar: </a:t>
            </a:r>
            <a:r>
              <a:rPr lang="en-US" sz="1400" dirty="0"/>
              <a:t>Modelled via Amplitude Modulation creating side bands at f = fs * 2s</a:t>
            </a:r>
          </a:p>
          <a:p>
            <a:pPr marL="171450" lvl="0" indent="-171450">
              <a:lnSpc>
                <a:spcPct val="150000"/>
              </a:lnSpc>
              <a:buFont typeface="Arial" panose="020B0604020202020204" pitchFamily="34" charset="0"/>
              <a:buChar char="•"/>
            </a:pPr>
            <a:r>
              <a:rPr lang="en-US" dirty="0"/>
              <a:t>Visible Trident pattern with peaks around the 50Hz fundamental</a:t>
            </a:r>
          </a:p>
          <a:p>
            <a:pPr marL="171450" lvl="0" indent="-171450">
              <a:lnSpc>
                <a:spcPct val="150000"/>
              </a:lnSpc>
              <a:buFont typeface="Arial" panose="020B0604020202020204" pitchFamily="34" charset="0"/>
              <a:buChar char="•"/>
            </a:pPr>
            <a:r>
              <a:rPr lang="en-US" dirty="0"/>
              <a:t>f=fs(1</a:t>
            </a:r>
            <a:r>
              <a:rPr lang="en-US" altLang="en-US" dirty="0"/>
              <a:t>±k</a:t>
            </a:r>
            <a:r>
              <a:rPr lang="en-US" dirty="0"/>
              <a:t>s) k=2,4,6...</a:t>
            </a:r>
          </a:p>
          <a:p>
            <a:pPr marL="171450" lvl="0" indent="-171450">
              <a:lnSpc>
                <a:spcPct val="150000"/>
              </a:lnSpc>
              <a:buFont typeface="Arial" panose="020B0604020202020204" pitchFamily="34" charset="0"/>
              <a:buChar char="•"/>
            </a:pPr>
            <a:r>
              <a:rPr lang="en-US" dirty="0"/>
              <a:t>Fault Signal: Current _Modulation</a:t>
            </a:r>
          </a:p>
          <a:p>
            <a:pPr marL="171450" lvl="0" indent="-171450">
              <a:lnSpc>
                <a:spcPct val="150000"/>
              </a:lnSpc>
              <a:buFont typeface="Arial" panose="020B0604020202020204" pitchFamily="34" charset="0"/>
              <a:buChar char="•"/>
            </a:pPr>
            <a:endParaRPr lang="en-US" dirty="0"/>
          </a:p>
          <a:p>
            <a:pPr marL="171450" lvl="0" indent="-171450">
              <a:lnSpc>
                <a:spcPct val="150000"/>
              </a:lnSpc>
              <a:buFont typeface="Arial" panose="020B0604020202020204" pitchFamily="34" charset="0"/>
              <a:buChar char="•"/>
            </a:pPr>
            <a:endParaRPr lang="en-US" dirty="0"/>
          </a:p>
          <a:p>
            <a:pPr marL="171450" lvl="0" indent="-171450">
              <a:lnSpc>
                <a:spcPct val="150000"/>
              </a:lnSpc>
              <a:buFont typeface="Arial" panose="020B0604020202020204" pitchFamily="34" charset="0"/>
              <a:buChar char="•"/>
            </a:pPr>
            <a:endParaRPr lang="en-US" altLang="en-US" sz="1400" dirty="0"/>
          </a:p>
        </p:txBody>
      </p:sp>
      <p:pic>
        <p:nvPicPr>
          <p:cNvPr id="15" name="Picture 14"/>
          <p:cNvPicPr>
            <a:picLocks noChangeAspect="1"/>
          </p:cNvPicPr>
          <p:nvPr/>
        </p:nvPicPr>
        <p:blipFill>
          <a:blip r:embed="rId5"/>
          <a:stretch>
            <a:fillRect/>
          </a:stretch>
        </p:blipFill>
        <p:spPr>
          <a:xfrm>
            <a:off x="489679" y="2666952"/>
            <a:ext cx="4752597" cy="231089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 name="Title 2"/>
          <p:cNvSpPr>
            <a:spLocks noGrp="1"/>
          </p:cNvSpPr>
          <p:nvPr>
            <p:ph type="title"/>
          </p:nvPr>
        </p:nvSpPr>
        <p:spPr>
          <a:xfrm>
            <a:off x="764062" y="535057"/>
            <a:ext cx="2516988" cy="727059"/>
          </a:xfrm>
        </p:spPr>
        <p:txBody>
          <a:bodyPr/>
          <a:lstStyle/>
          <a:p>
            <a:r>
              <a:rPr lang="en-US" dirty="0"/>
              <a:t>Eccentricity</a:t>
            </a:r>
          </a:p>
        </p:txBody>
      </p:sp>
      <p:pic>
        <p:nvPicPr>
          <p:cNvPr id="6" name="Picture 5"/>
          <p:cNvPicPr>
            <a:picLocks noChangeAspect="1"/>
          </p:cNvPicPr>
          <p:nvPr/>
        </p:nvPicPr>
        <p:blipFill>
          <a:blip r:embed="rId3"/>
          <a:srcRect/>
          <a:stretch>
            <a:fillRect/>
          </a:stretch>
        </p:blipFill>
        <p:spPr>
          <a:xfrm>
            <a:off x="5907013" y="535057"/>
            <a:ext cx="2927248" cy="1934608"/>
          </a:xfrm>
          <a:prstGeom prst="rect">
            <a:avLst/>
          </a:prstGeom>
        </p:spPr>
      </p:pic>
      <p:pic>
        <p:nvPicPr>
          <p:cNvPr id="8" name="Picture 7" descr="A graph showing a normalized and normalized graph&#10;&#10;AI-generated content may be incorrect."/>
          <p:cNvPicPr>
            <a:picLocks noChangeAspect="1"/>
          </p:cNvPicPr>
          <p:nvPr/>
        </p:nvPicPr>
        <p:blipFill>
          <a:blip r:embed="rId4"/>
          <a:stretch>
            <a:fillRect/>
          </a:stretch>
        </p:blipFill>
        <p:spPr>
          <a:xfrm>
            <a:off x="5907014" y="2852388"/>
            <a:ext cx="2927247" cy="1942960"/>
          </a:xfrm>
          <a:prstGeom prst="rect">
            <a:avLst/>
          </a:prstGeom>
        </p:spPr>
      </p:pic>
      <p:sp>
        <p:nvSpPr>
          <p:cNvPr id="9" name="Google Shape;378;p40"/>
          <p:cNvSpPr txBox="1"/>
          <p:nvPr/>
        </p:nvSpPr>
        <p:spPr>
          <a:xfrm>
            <a:off x="6082936" y="2366487"/>
            <a:ext cx="2575402" cy="4105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L="914400" marR="0" lvl="1"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L="1371600" marR="0" lvl="2"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L="1828800" marR="0" lvl="3"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L="2286000" marR="0" lvl="4"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L="2743200" marR="0" lvl="5"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L="3200400" marR="0" lvl="6"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L="3657600" marR="0" lvl="7"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L="4114800" marR="0" lvl="8"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pPr marL="0" indent="0">
              <a:lnSpc>
                <a:spcPct val="150000"/>
              </a:lnSpc>
            </a:pPr>
            <a:r>
              <a:rPr lang="en-US" sz="1600" dirty="0"/>
              <a:t>Before Data Processing</a:t>
            </a:r>
          </a:p>
        </p:txBody>
      </p:sp>
      <p:sp>
        <p:nvSpPr>
          <p:cNvPr id="10" name="Google Shape;378;p40"/>
          <p:cNvSpPr txBox="1"/>
          <p:nvPr/>
        </p:nvSpPr>
        <p:spPr>
          <a:xfrm>
            <a:off x="6160887" y="4683575"/>
            <a:ext cx="2419500" cy="3742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L="914400" marR="0" lvl="1"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L="1371600" marR="0" lvl="2"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L="1828800" marR="0" lvl="3"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L="2286000" marR="0" lvl="4"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L="2743200" marR="0" lvl="5"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L="3200400" marR="0" lvl="6"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L="3657600" marR="0" lvl="7"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L="4114800" marR="0" lvl="8"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pPr marL="0" indent="0">
              <a:lnSpc>
                <a:spcPct val="150000"/>
              </a:lnSpc>
            </a:pPr>
            <a:r>
              <a:rPr lang="en-US" sz="1600" dirty="0"/>
              <a:t>After Data Processing</a:t>
            </a:r>
          </a:p>
        </p:txBody>
      </p:sp>
      <p:sp>
        <p:nvSpPr>
          <p:cNvPr id="12" name="TextBox 11"/>
          <p:cNvSpPr txBox="1"/>
          <p:nvPr/>
        </p:nvSpPr>
        <p:spPr>
          <a:xfrm>
            <a:off x="662868" y="1133900"/>
            <a:ext cx="4232224" cy="1021883"/>
          </a:xfrm>
          <a:prstGeom prst="rect">
            <a:avLst/>
          </a:prstGeom>
          <a:noFill/>
        </p:spPr>
        <p:txBody>
          <a:bodyPr wrap="square">
            <a:spAutoFit/>
          </a:bodyPr>
          <a:lstStyle/>
          <a:p>
            <a:pPr marL="171450" lvl="0" indent="-171450">
              <a:lnSpc>
                <a:spcPct val="150000"/>
              </a:lnSpc>
              <a:buFont typeface="Arial" panose="020B0604020202020204" pitchFamily="34" charset="0"/>
              <a:buChar char="•"/>
            </a:pPr>
            <a:r>
              <a:rPr lang="en-US" sz="1400" b="1" dirty="0"/>
              <a:t>Eccentricity Fault: </a:t>
            </a:r>
            <a:r>
              <a:rPr lang="en-US" sz="1400" dirty="0"/>
              <a:t>Modelled as mixed eccentricity creating sidebands at f = fs + </a:t>
            </a:r>
            <a:r>
              <a:rPr lang="en-US" sz="1400" dirty="0" err="1"/>
              <a:t>fr</a:t>
            </a:r>
            <a:endParaRPr lang="en-US" sz="1400" dirty="0"/>
          </a:p>
          <a:p>
            <a:pPr marL="171450" lvl="0" indent="-171450">
              <a:lnSpc>
                <a:spcPct val="150000"/>
              </a:lnSpc>
              <a:buFont typeface="Arial" panose="020B0604020202020204" pitchFamily="34" charset="0"/>
              <a:buChar char="•"/>
            </a:pPr>
            <a:r>
              <a:rPr lang="en-US" dirty="0"/>
              <a:t>Distinct sidebands at 25Hz and 75Hz</a:t>
            </a:r>
            <a:endParaRPr lang="en-US" sz="1400" dirty="0"/>
          </a:p>
        </p:txBody>
      </p:sp>
      <p:pic>
        <p:nvPicPr>
          <p:cNvPr id="14" name="Picture 13"/>
          <p:cNvPicPr>
            <a:picLocks noChangeAspect="1"/>
          </p:cNvPicPr>
          <p:nvPr/>
        </p:nvPicPr>
        <p:blipFill>
          <a:blip r:embed="rId5"/>
          <a:stretch>
            <a:fillRect/>
          </a:stretch>
        </p:blipFill>
        <p:spPr>
          <a:xfrm>
            <a:off x="662868" y="2245470"/>
            <a:ext cx="4972262" cy="25498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0"/>
          <p:cNvSpPr txBox="1">
            <a:spLocks noGrp="1"/>
          </p:cNvSpPr>
          <p:nvPr>
            <p:ph type="title"/>
          </p:nvPr>
        </p:nvSpPr>
        <p:spPr>
          <a:xfrm>
            <a:off x="889421" y="633904"/>
            <a:ext cx="3402295" cy="71967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800" dirty="0"/>
              <a:t>Inter-Turn Short</a:t>
            </a:r>
            <a:endParaRPr sz="2800" dirty="0"/>
          </a:p>
        </p:txBody>
      </p:sp>
      <p:pic>
        <p:nvPicPr>
          <p:cNvPr id="2" name="Picture 1"/>
          <p:cNvPicPr>
            <a:picLocks noChangeAspect="1"/>
          </p:cNvPicPr>
          <p:nvPr/>
        </p:nvPicPr>
        <p:blipFill>
          <a:blip r:embed="rId3"/>
          <a:srcRect/>
          <a:stretch>
            <a:fillRect/>
          </a:stretch>
        </p:blipFill>
        <p:spPr>
          <a:xfrm>
            <a:off x="6035176" y="633904"/>
            <a:ext cx="2787077" cy="1841970"/>
          </a:xfrm>
          <a:prstGeom prst="rect">
            <a:avLst/>
          </a:prstGeom>
        </p:spPr>
      </p:pic>
      <p:pic>
        <p:nvPicPr>
          <p:cNvPr id="4" name="Picture 3" descr="A graph showing a normalized vs inter-turn shortness&#10;&#10;AI-generated content may be incorrect."/>
          <p:cNvPicPr>
            <a:picLocks noChangeAspect="1"/>
          </p:cNvPicPr>
          <p:nvPr/>
        </p:nvPicPr>
        <p:blipFill>
          <a:blip r:embed="rId4"/>
          <a:stretch>
            <a:fillRect/>
          </a:stretch>
        </p:blipFill>
        <p:spPr>
          <a:xfrm>
            <a:off x="6035176" y="2846311"/>
            <a:ext cx="2834584" cy="1841970"/>
          </a:xfrm>
          <a:prstGeom prst="rect">
            <a:avLst/>
          </a:prstGeom>
        </p:spPr>
      </p:pic>
      <p:sp>
        <p:nvSpPr>
          <p:cNvPr id="5" name="Google Shape;378;p40"/>
          <p:cNvSpPr txBox="1"/>
          <p:nvPr/>
        </p:nvSpPr>
        <p:spPr>
          <a:xfrm>
            <a:off x="6047894" y="2334170"/>
            <a:ext cx="2787077" cy="2375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L="914400" marR="0" lvl="1"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L="1371600" marR="0" lvl="2"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L="1828800" marR="0" lvl="3"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L="2286000" marR="0" lvl="4"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L="2743200" marR="0" lvl="5"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L="3200400" marR="0" lvl="6"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L="3657600" marR="0" lvl="7"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L="4114800" marR="0" lvl="8"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pPr marL="0" indent="0">
              <a:lnSpc>
                <a:spcPct val="150000"/>
              </a:lnSpc>
            </a:pPr>
            <a:r>
              <a:rPr lang="en-US" sz="1600" dirty="0"/>
              <a:t>Before Data Processing</a:t>
            </a:r>
          </a:p>
        </p:txBody>
      </p:sp>
      <p:sp>
        <p:nvSpPr>
          <p:cNvPr id="6" name="Google Shape;378;p40"/>
          <p:cNvSpPr txBox="1"/>
          <p:nvPr/>
        </p:nvSpPr>
        <p:spPr>
          <a:xfrm>
            <a:off x="6170951" y="4531627"/>
            <a:ext cx="2892120" cy="6118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L="914400" marR="0" lvl="1"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L="1371600" marR="0" lvl="2"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L="1828800" marR="0" lvl="3"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L="2286000" marR="0" lvl="4"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L="2743200" marR="0" lvl="5"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L="3200400" marR="0" lvl="6"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L="3657600" marR="0" lvl="7"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L="4114800" marR="0" lvl="8" indent="-304800" algn="l" rtl="0">
              <a:lnSpc>
                <a:spcPct val="100000"/>
              </a:lnSpc>
              <a:spcBef>
                <a:spcPts val="0"/>
              </a:spcBef>
              <a:spcAft>
                <a:spcPts val="0"/>
              </a:spcAft>
              <a:buClr>
                <a:schemeClr val="dk1"/>
              </a:buClr>
              <a:buSzPts val="1200"/>
              <a:buFont typeface="Poppins" panose="00000500000000000000"/>
              <a:buNone/>
              <a:defRPr sz="1200" b="0"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pPr marL="0" indent="0">
              <a:lnSpc>
                <a:spcPct val="150000"/>
              </a:lnSpc>
            </a:pPr>
            <a:r>
              <a:rPr lang="en-US" sz="1600" dirty="0"/>
              <a:t>After Data Processing</a:t>
            </a:r>
          </a:p>
        </p:txBody>
      </p:sp>
      <p:sp>
        <p:nvSpPr>
          <p:cNvPr id="8" name="TextBox 7"/>
          <p:cNvSpPr txBox="1"/>
          <p:nvPr/>
        </p:nvSpPr>
        <p:spPr>
          <a:xfrm>
            <a:off x="869429" y="1259175"/>
            <a:ext cx="4569501" cy="1668214"/>
          </a:xfrm>
          <a:prstGeom prst="rect">
            <a:avLst/>
          </a:prstGeom>
          <a:noFill/>
        </p:spPr>
        <p:txBody>
          <a:bodyPr wrap="square">
            <a:spAutoFit/>
          </a:bodyPr>
          <a:lstStyle/>
          <a:p>
            <a:pPr marL="171450" lvl="0" indent="-171450">
              <a:lnSpc>
                <a:spcPct val="150000"/>
              </a:lnSpc>
              <a:buFont typeface="Arial" panose="020B0604020202020204" pitchFamily="34" charset="0"/>
              <a:buChar char="•"/>
            </a:pPr>
            <a:r>
              <a:rPr lang="en-US" sz="1400" b="1" dirty="0"/>
              <a:t>Inter-Turn Short: </a:t>
            </a:r>
            <a:r>
              <a:rPr lang="en-US" sz="1400" dirty="0"/>
              <a:t>Modelled by injecting odd harmonics into the current signal</a:t>
            </a:r>
          </a:p>
          <a:p>
            <a:pPr marL="171450" indent="-171450">
              <a:lnSpc>
                <a:spcPct val="150000"/>
              </a:lnSpc>
              <a:buFont typeface="Arial" panose="020B0604020202020204" pitchFamily="34" charset="0"/>
              <a:buChar char="•"/>
            </a:pPr>
            <a:r>
              <a:rPr lang="en-US" dirty="0"/>
              <a:t>Strong Peaks detected at 150Hz(3</a:t>
            </a:r>
            <a:r>
              <a:rPr lang="en-US" baseline="30000" dirty="0"/>
              <a:t>rd</a:t>
            </a:r>
            <a:r>
              <a:rPr lang="en-US" dirty="0"/>
              <a:t> Harmonic) and 250Hz(5</a:t>
            </a:r>
            <a:r>
              <a:rPr lang="en-US" baseline="30000" dirty="0"/>
              <a:t>th</a:t>
            </a:r>
            <a:r>
              <a:rPr lang="en-US" dirty="0"/>
              <a:t> harmonic)</a:t>
            </a:r>
          </a:p>
          <a:p>
            <a:pPr marL="171450" lvl="0" indent="-171450">
              <a:lnSpc>
                <a:spcPct val="150000"/>
              </a:lnSpc>
              <a:buFont typeface="Arial" panose="020B0604020202020204" pitchFamily="34" charset="0"/>
              <a:buChar char="•"/>
            </a:pPr>
            <a:endParaRPr lang="en-US" sz="1400" dirty="0"/>
          </a:p>
        </p:txBody>
      </p:sp>
      <p:pic>
        <p:nvPicPr>
          <p:cNvPr id="10" name="Picture 9"/>
          <p:cNvPicPr>
            <a:picLocks noChangeAspect="1"/>
          </p:cNvPicPr>
          <p:nvPr/>
        </p:nvPicPr>
        <p:blipFill>
          <a:blip r:embed="rId5"/>
          <a:stretch>
            <a:fillRect/>
          </a:stretch>
        </p:blipFill>
        <p:spPr>
          <a:xfrm>
            <a:off x="889421" y="2533420"/>
            <a:ext cx="4952444" cy="246775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10" name="Google Shape;378;p40"/>
          <p:cNvSpPr txBox="1">
            <a:spLocks noGrp="1"/>
          </p:cNvSpPr>
          <p:nvPr>
            <p:ph type="subTitle" idx="2"/>
          </p:nvPr>
        </p:nvSpPr>
        <p:spPr>
          <a:xfrm>
            <a:off x="268224" y="1285024"/>
            <a:ext cx="5747828" cy="3731984"/>
          </a:xfrm>
          <a:prstGeom prst="rect">
            <a:avLst/>
          </a:prstGeom>
        </p:spPr>
        <p:txBody>
          <a:bodyPr spcFirstLastPara="1" wrap="square" lIns="91425" tIns="91425" rIns="91425" bIns="91425" anchor="t" anchorCtr="0">
            <a:noAutofit/>
          </a:bodyPr>
          <a:lstStyle/>
          <a:p>
            <a:pPr algn="just">
              <a:lnSpc>
                <a:spcPct val="150000"/>
              </a:lnSpc>
            </a:pPr>
            <a:r>
              <a:rPr lang="en-US" dirty="0"/>
              <a:t>We utilized MATLAB Simulink to generate data, using 500 simulations </a:t>
            </a:r>
          </a:p>
          <a:p>
            <a:pPr algn="just">
              <a:lnSpc>
                <a:spcPct val="150000"/>
              </a:lnSpc>
            </a:pPr>
            <a:r>
              <a:rPr lang="en-US" dirty="0"/>
              <a:t>for each class. Each simulation had data of 5s equating 50000 current</a:t>
            </a:r>
          </a:p>
          <a:p>
            <a:pPr algn="just">
              <a:lnSpc>
                <a:spcPct val="150000"/>
              </a:lnSpc>
            </a:pPr>
            <a:r>
              <a:rPr lang="en-US" dirty="0"/>
              <a:t>samples (10k sampling frequency) . To ensure the model is robust to</a:t>
            </a:r>
          </a:p>
          <a:p>
            <a:pPr algn="just">
              <a:lnSpc>
                <a:spcPct val="150000"/>
              </a:lnSpc>
            </a:pPr>
            <a:r>
              <a:rPr lang="en-US" dirty="0"/>
              <a:t>real-world variability, we randomized physical parameters for every</a:t>
            </a:r>
          </a:p>
          <a:p>
            <a:pPr algn="just">
              <a:lnSpc>
                <a:spcPct val="150000"/>
              </a:lnSpc>
            </a:pPr>
            <a:r>
              <a:rPr lang="en-US" dirty="0"/>
              <a:t>simulation run while adding 1% noise:</a:t>
            </a:r>
          </a:p>
          <a:p>
            <a:pPr lvl="0" algn="just">
              <a:lnSpc>
                <a:spcPct val="150000"/>
              </a:lnSpc>
              <a:buFont typeface="Arial" panose="020B0604020202020204" pitchFamily="34" charset="0"/>
              <a:buChar char="•"/>
            </a:pPr>
            <a:r>
              <a:rPr lang="en-US" b="1" dirty="0"/>
              <a:t>Supply Frequency:</a:t>
            </a:r>
            <a:r>
              <a:rPr lang="en-US" dirty="0"/>
              <a:t> Randomized between 49.5 Hz and 50.5 Hz to simulate grid instability.</a:t>
            </a:r>
          </a:p>
          <a:p>
            <a:pPr lvl="0" algn="just">
              <a:lnSpc>
                <a:spcPct val="150000"/>
              </a:lnSpc>
              <a:buFont typeface="Arial" panose="020B0604020202020204" pitchFamily="34" charset="0"/>
              <a:buChar char="•"/>
            </a:pPr>
            <a:r>
              <a:rPr lang="en-US" b="1" dirty="0"/>
              <a:t>Load Torque:</a:t>
            </a:r>
            <a:r>
              <a:rPr lang="en-US" dirty="0"/>
              <a:t> Varied between 10 Nm and 60 Nm to ensure variable slip, which prevents the model from memorizing fixed frequency locations.</a:t>
            </a:r>
          </a:p>
          <a:p>
            <a:pPr lvl="0" algn="just">
              <a:lnSpc>
                <a:spcPct val="150000"/>
              </a:lnSpc>
              <a:buFont typeface="Arial" panose="020B0604020202020204" pitchFamily="34" charset="0"/>
              <a:buChar char="•"/>
            </a:pPr>
            <a:r>
              <a:rPr lang="en-US" b="1" dirty="0"/>
              <a:t>Fault Severity:</a:t>
            </a:r>
            <a:r>
              <a:rPr lang="en-US" dirty="0"/>
              <a:t> Randomized ranges (0.2 - 0.8 for BRB) to cover minor to severe faults.</a:t>
            </a:r>
          </a:p>
          <a:p>
            <a:pPr lvl="0" algn="just">
              <a:lnSpc>
                <a:spcPct val="150000"/>
              </a:lnSpc>
              <a:buFont typeface="Arial" panose="020B0604020202020204" pitchFamily="34" charset="0"/>
              <a:buChar char="•"/>
            </a:pPr>
            <a:r>
              <a:rPr lang="en-US" b="1" dirty="0"/>
              <a:t>Input Voltage:</a:t>
            </a:r>
            <a:r>
              <a:rPr lang="en-US" dirty="0"/>
              <a:t> Randomized between 350V and 450V</a:t>
            </a:r>
          </a:p>
        </p:txBody>
      </p:sp>
      <p:sp>
        <p:nvSpPr>
          <p:cNvPr id="11" name="Title 2"/>
          <p:cNvSpPr txBox="1"/>
          <p:nvPr/>
        </p:nvSpPr>
        <p:spPr>
          <a:xfrm>
            <a:off x="128566" y="702154"/>
            <a:ext cx="8003967" cy="58287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R="0" lvl="1"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R="0" lvl="2"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R="0" lvl="3"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R="0" lvl="4"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R="0" lvl="5"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R="0" lvl="6"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R="0" lvl="7"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R="0" lvl="8"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r>
              <a:rPr lang="en-US" dirty="0"/>
              <a:t>Data Generation and Pre-Processing</a:t>
            </a:r>
          </a:p>
        </p:txBody>
      </p:sp>
      <p:pic>
        <p:nvPicPr>
          <p:cNvPr id="2" name="Picture 1"/>
          <p:cNvPicPr>
            <a:picLocks noChangeAspect="1"/>
          </p:cNvPicPr>
          <p:nvPr/>
        </p:nvPicPr>
        <p:blipFill>
          <a:blip r:embed="rId3"/>
          <a:srcRect/>
          <a:stretch>
            <a:fillRect/>
          </a:stretch>
        </p:blipFill>
        <p:spPr>
          <a:xfrm>
            <a:off x="5973381" y="1285024"/>
            <a:ext cx="3042053" cy="1643055"/>
          </a:xfrm>
          <a:prstGeom prst="rect">
            <a:avLst/>
          </a:prstGeom>
        </p:spPr>
      </p:pic>
      <p:pic>
        <p:nvPicPr>
          <p:cNvPr id="4" name="Picture 3"/>
          <p:cNvPicPr>
            <a:picLocks noChangeAspect="1"/>
          </p:cNvPicPr>
          <p:nvPr/>
        </p:nvPicPr>
        <p:blipFill>
          <a:blip r:embed="rId4"/>
          <a:srcRect/>
          <a:stretch>
            <a:fillRect/>
          </a:stretch>
        </p:blipFill>
        <p:spPr>
          <a:xfrm>
            <a:off x="6016052" y="3216035"/>
            <a:ext cx="3044682" cy="16430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0"/>
          <p:cNvSpPr txBox="1">
            <a:spLocks noGrp="1"/>
          </p:cNvSpPr>
          <p:nvPr>
            <p:ph type="title"/>
          </p:nvPr>
        </p:nvSpPr>
        <p:spPr>
          <a:xfrm>
            <a:off x="-334563"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Signal Processing Pipeline</a:t>
            </a:r>
            <a:endParaRPr dirty="0"/>
          </a:p>
        </p:txBody>
      </p:sp>
      <p:sp>
        <p:nvSpPr>
          <p:cNvPr id="378" name="Google Shape;378;p40"/>
          <p:cNvSpPr txBox="1">
            <a:spLocks noGrp="1"/>
          </p:cNvSpPr>
          <p:nvPr>
            <p:ph type="subTitle" idx="2"/>
          </p:nvPr>
        </p:nvSpPr>
        <p:spPr>
          <a:xfrm>
            <a:off x="720000" y="1112200"/>
            <a:ext cx="7091247" cy="3971864"/>
          </a:xfrm>
          <a:prstGeom prst="rect">
            <a:avLst/>
          </a:prstGeom>
        </p:spPr>
        <p:txBody>
          <a:bodyPr spcFirstLastPara="1" wrap="square" lIns="91425" tIns="91425" rIns="91425" bIns="91425" anchor="t" anchorCtr="0">
            <a:noAutofit/>
          </a:bodyPr>
          <a:lstStyle/>
          <a:p>
            <a:pPr marL="171450" lvl="0" indent="-171450">
              <a:lnSpc>
                <a:spcPct val="150000"/>
              </a:lnSpc>
              <a:buFont typeface="Arial" panose="020B0604020202020204" pitchFamily="34" charset="0"/>
              <a:buChar char="•"/>
            </a:pPr>
            <a:r>
              <a:rPr lang="en-US" sz="1400" b="1" dirty="0"/>
              <a:t>Down Sampling: </a:t>
            </a:r>
            <a:r>
              <a:rPr lang="en-US" sz="1400" dirty="0"/>
              <a:t>The raw 10kHz samples were decimated to 1kHz to zoom in on the range where all fault signatures reside</a:t>
            </a:r>
            <a:endParaRPr lang="en-US" sz="1400" b="1" dirty="0"/>
          </a:p>
          <a:p>
            <a:pPr marL="171450" lvl="0" indent="-171450">
              <a:lnSpc>
                <a:spcPct val="150000"/>
              </a:lnSpc>
              <a:buFont typeface="Arial" panose="020B0604020202020204" pitchFamily="34" charset="0"/>
              <a:buChar char="•"/>
            </a:pPr>
            <a:r>
              <a:rPr lang="en-US" sz="1400" b="1" dirty="0"/>
              <a:t>DC Removal: </a:t>
            </a:r>
            <a:r>
              <a:rPr lang="en-US" sz="1400" dirty="0"/>
              <a:t>Mean of signal was subtracted to prevent normalization skew</a:t>
            </a:r>
          </a:p>
          <a:p>
            <a:pPr marL="171450" lvl="0" indent="-171450">
              <a:lnSpc>
                <a:spcPct val="150000"/>
              </a:lnSpc>
              <a:buFont typeface="Arial" panose="020B0604020202020204" pitchFamily="34" charset="0"/>
              <a:buChar char="•"/>
            </a:pPr>
            <a:r>
              <a:rPr lang="en-US" sz="1400" b="1" dirty="0"/>
              <a:t>High Resolution STFT:  </a:t>
            </a:r>
            <a:r>
              <a:rPr lang="en-US" sz="1400" dirty="0"/>
              <a:t>We implemented a frequency resolution of 0.33Hz  to detect minor sidebands like broken rotor bar which are just 1Hz away from fundamental</a:t>
            </a:r>
          </a:p>
          <a:p>
            <a:pPr marL="171450" lvl="0" indent="-171450">
              <a:lnSpc>
                <a:spcPct val="150000"/>
              </a:lnSpc>
              <a:buFont typeface="Arial" panose="020B0604020202020204" pitchFamily="34" charset="0"/>
              <a:buChar char="•"/>
            </a:pPr>
            <a:r>
              <a:rPr lang="en-US" sz="1400" b="1" dirty="0"/>
              <a:t>Chebyshev Windowing: </a:t>
            </a:r>
            <a:r>
              <a:rPr lang="en-US" sz="1400" dirty="0"/>
              <a:t>Chebyshev window was applied to enhance the visibility of weak fault signals</a:t>
            </a:r>
            <a:endParaRPr lang="en-US" sz="1400" b="1" dirty="0"/>
          </a:p>
          <a:p>
            <a:pPr marL="171450" lvl="0" indent="-171450">
              <a:lnSpc>
                <a:spcPct val="150000"/>
              </a:lnSpc>
              <a:buFont typeface="Arial" panose="020B0604020202020204" pitchFamily="34" charset="0"/>
              <a:buChar char="•"/>
            </a:pPr>
            <a:r>
              <a:rPr lang="en-US" sz="1400" b="1" dirty="0"/>
              <a:t>Spectrogram Generation:</a:t>
            </a:r>
            <a:r>
              <a:rPr lang="en-US" sz="1400" dirty="0"/>
              <a:t> The 3-phase currents were mapped to RGB channels of an image because CNN is best at image classification.</a:t>
            </a:r>
          </a:p>
          <a:p>
            <a:pPr marL="171450" lvl="0" indent="-171450">
              <a:lnSpc>
                <a:spcPct val="150000"/>
              </a:lnSpc>
              <a:buFont typeface="Arial" panose="020B0604020202020204" pitchFamily="34" charset="0"/>
              <a:buChar char="•"/>
            </a:pPr>
            <a:r>
              <a:rPr lang="en-US" sz="1400" b="1" dirty="0"/>
              <a:t>Data Trimming: </a:t>
            </a:r>
            <a:r>
              <a:rPr lang="en-US" sz="1400" dirty="0"/>
              <a:t>5 seconds of simulation data was trimmed to 4s to remove initial transients and spikes when machine starts</a:t>
            </a:r>
            <a:endParaRPr lang="en-US" sz="14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 name="Subtitle 2"/>
          <p:cNvSpPr>
            <a:spLocks noGrp="1"/>
          </p:cNvSpPr>
          <p:nvPr>
            <p:ph type="subTitle" idx="2"/>
          </p:nvPr>
        </p:nvSpPr>
        <p:spPr>
          <a:xfrm>
            <a:off x="599173" y="1171500"/>
            <a:ext cx="8025048" cy="3904757"/>
          </a:xfrm>
        </p:spPr>
        <p:txBody>
          <a:bodyPr/>
          <a:lstStyle/>
          <a:p>
            <a:pPr algn="just"/>
            <a:r>
              <a:rPr lang="en-US" dirty="0"/>
              <a:t>
1. </a:t>
            </a:r>
            <a:r>
              <a:rPr lang="en-US" b="1" dirty="0"/>
              <a:t>Deep Learning Architecture </a:t>
            </a:r>
          </a:p>
          <a:p>
            <a:pPr algn="just"/>
            <a:r>
              <a:rPr lang="en-US" dirty="0"/>
              <a:t>
  </a:t>
            </a:r>
            <a:r>
              <a:rPr lang="en-US" b="1" dirty="0"/>
              <a:t>1. Input Stage: </a:t>
            </a:r>
          </a:p>
          <a:p>
            <a:pPr algn="just"/>
            <a:r>
              <a:rPr lang="en-US" b="1" dirty="0"/>
              <a:t>  </a:t>
            </a:r>
            <a:r>
              <a:rPr lang="en-US" dirty="0"/>
              <a:t>224 x 224 x 3 Image Input (Phase-Encoded RGB: R=</a:t>
            </a:r>
            <a:r>
              <a:rPr lang="en-US" dirty="0" err="1"/>
              <a:t>Ia</a:t>
            </a:r>
            <a:r>
              <a:rPr lang="en-US" dirty="0"/>
              <a:t>, G=</a:t>
            </a:r>
            <a:r>
              <a:rPr lang="en-US" dirty="0" err="1"/>
              <a:t>Ib</a:t>
            </a:r>
            <a:r>
              <a:rPr lang="en-US" dirty="0"/>
              <a:t>, B=</a:t>
            </a:r>
            <a:r>
              <a:rPr lang="en-US" dirty="0" err="1"/>
              <a:t>Ic</a:t>
            </a:r>
            <a:r>
              <a:rPr lang="en-US" dirty="0"/>
              <a:t>).
  Feature Extraction Stack: 3 Sequential Convolutional Blocks.
  Conv2D Layers: 3x3 Kernels with increasing depth (8 -&gt; 16 -&gt; 32 filters) to capture hierarchical frequency patterns.</a:t>
            </a:r>
          </a:p>
          <a:p>
            <a:pPr algn="just"/>
            <a:r>
              <a:rPr lang="en-US" dirty="0"/>
              <a:t>
  </a:t>
            </a:r>
            <a:r>
              <a:rPr lang="en-US" b="1" dirty="0"/>
              <a:t>Activations:</a:t>
            </a:r>
          </a:p>
          <a:p>
            <a:pPr algn="just"/>
            <a:r>
              <a:rPr lang="en-US" b="1" dirty="0"/>
              <a:t>    </a:t>
            </a:r>
            <a:r>
              <a:rPr lang="en-US" dirty="0" err="1"/>
              <a:t>ReLU</a:t>
            </a:r>
            <a:r>
              <a:rPr lang="en-US" dirty="0"/>
              <a:t> introduces non-linearity; Batch Normalization stabilizes gradients.
   </a:t>
            </a:r>
            <a:r>
              <a:rPr lang="en-US" dirty="0" err="1"/>
              <a:t>Downsampling</a:t>
            </a:r>
            <a:r>
              <a:rPr lang="en-US" dirty="0"/>
              <a:t>: Max Pooling (2x2, Stride 2) reduces spatial dimensions (224 -&gt; 112 -&gt; 56) to lower computational cost.
   Classification Head: Fully Connected Layer -&gt; </a:t>
            </a:r>
            <a:r>
              <a:rPr lang="en-US" dirty="0" err="1"/>
              <a:t>Softmax</a:t>
            </a:r>
            <a:r>
              <a:rPr lang="en-US" dirty="0"/>
              <a:t> (Probabilistic output for 6 Classes).</a:t>
            </a:r>
          </a:p>
          <a:p>
            <a:pPr algn="just"/>
            <a:r>
              <a:rPr lang="en-US" dirty="0"/>
              <a:t>
</a:t>
            </a:r>
            <a:r>
              <a:rPr lang="en-US" b="1" dirty="0"/>
              <a:t>2. Physics-Constrained Training Options</a:t>
            </a:r>
            <a:r>
              <a:rPr lang="en-US" dirty="0"/>
              <a:t>
    Solver Configuration:
    Optimizer: Adam (Adaptive Moment Estimation) for efficient convergence.
    Hyperparameters: Learning Rate = 1e-5 (Conservative); Mini-Batch = 16; Max Epochs = 50.
    Regularization: L2 = 0.01 to penalize large weights and prevent overfitting on noise.
</a:t>
            </a:r>
          </a:p>
        </p:txBody>
      </p:sp>
      <p:sp>
        <p:nvSpPr>
          <p:cNvPr id="8" name="Google Shape;377;p40"/>
          <p:cNvSpPr txBox="1">
            <a:spLocks noGrp="1"/>
          </p:cNvSpPr>
          <p:nvPr/>
        </p:nvSpPr>
        <p:spPr>
          <a:xfrm>
            <a:off x="599173" y="443618"/>
            <a:ext cx="8407948" cy="6754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R="0" lvl="1"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R="0" lvl="2"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R="0" lvl="3"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R="0" lvl="4"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R="0" lvl="5"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R="0" lvl="6"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R="0" lvl="7"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R="0" lvl="8"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pPr marL="0" lvl="0" indent="0" algn="ctr" rtl="0">
              <a:spcBef>
                <a:spcPts val="0"/>
              </a:spcBef>
              <a:spcAft>
                <a:spcPts val="0"/>
              </a:spcAft>
              <a:buNone/>
            </a:pPr>
            <a:r>
              <a:rPr lang="en-US" dirty="0"/>
              <a:t>CNN Architecture &amp; Technical Training Protocol</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 name="Subtitle 2"/>
          <p:cNvSpPr>
            <a:spLocks noGrp="1"/>
          </p:cNvSpPr>
          <p:nvPr>
            <p:ph type="subTitle" idx="2"/>
          </p:nvPr>
        </p:nvSpPr>
        <p:spPr>
          <a:xfrm>
            <a:off x="599173" y="1171500"/>
            <a:ext cx="8025048" cy="3904757"/>
          </a:xfrm>
        </p:spPr>
        <p:txBody>
          <a:bodyPr/>
          <a:lstStyle/>
          <a:p>
            <a:pPr algn="just"/>
            <a:r>
              <a:rPr lang="en-US" dirty="0"/>
              <a:t>
</a:t>
            </a:r>
          </a:p>
          <a:p>
            <a:pPr algn="just"/>
            <a:r>
              <a:rPr lang="en-US" b="1" dirty="0"/>
              <a:t> </a:t>
            </a:r>
            <a:r>
              <a:rPr lang="en-US" b="1" i="1" dirty="0"/>
              <a:t>Restricted Data Augmentation:</a:t>
            </a:r>
            <a:r>
              <a:rPr lang="en-US" dirty="0"/>
              <a:t>
    Time-Shift (X-Axis): +/- 20px (Adds robustness to temporal variances).
    </a:t>
            </a:r>
            <a:r>
              <a:rPr lang="en-US" dirty="0" err="1"/>
              <a:t>Freq</a:t>
            </a:r>
            <a:r>
              <a:rPr lang="en-US" dirty="0"/>
              <a:t>-Shift (Y-Axis): Strictly limited (+/- 3px) to maintain frequency integrity (Hz position).
    Reflection: Disabled to preserve temporal direction and Phase Sequence (A -&gt; B -&gt; C).</a:t>
            </a:r>
          </a:p>
          <a:p>
            <a:pPr algn="just"/>
            <a:endParaRPr lang="en-US" dirty="0"/>
          </a:p>
          <a:p>
            <a:pPr algn="just"/>
            <a:r>
              <a:rPr lang="en-US" dirty="0"/>
              <a:t>
</a:t>
            </a:r>
            <a:r>
              <a:rPr lang="en-US" b="1" dirty="0"/>
              <a:t>3. Validation &amp; Deployment</a:t>
            </a:r>
            <a:r>
              <a:rPr lang="en-US" dirty="0"/>
              <a:t>
    Execution: GPU-Accelerated training with real-time validation checks every epoch.
    Outcome: Model weights serialized to .mat file after verifying accuracy on strict 15% Hold-out Test Set.
</a:t>
            </a:r>
          </a:p>
        </p:txBody>
      </p:sp>
      <p:sp>
        <p:nvSpPr>
          <p:cNvPr id="8" name="Google Shape;377;p40"/>
          <p:cNvSpPr txBox="1">
            <a:spLocks noGrp="1"/>
          </p:cNvSpPr>
          <p:nvPr/>
        </p:nvSpPr>
        <p:spPr>
          <a:xfrm>
            <a:off x="599173" y="443618"/>
            <a:ext cx="8407948" cy="67540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R="0" lvl="1"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R="0" lvl="2"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R="0" lvl="3"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R="0" lvl="4"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R="0" lvl="5"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R="0" lvl="6"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R="0" lvl="7"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R="0" lvl="8"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pPr marL="0" lvl="0" indent="0" algn="ctr" rtl="0">
              <a:spcBef>
                <a:spcPts val="0"/>
              </a:spcBef>
              <a:spcAft>
                <a:spcPts val="0"/>
              </a:spcAft>
              <a:buNone/>
            </a:pPr>
            <a:r>
              <a:rPr lang="en-US" dirty="0"/>
              <a:t>CNN Architecture &amp; Technical Training Protocol</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Subtitle 3"/>
          <p:cNvSpPr>
            <a:spLocks noGrp="1"/>
          </p:cNvSpPr>
          <p:nvPr>
            <p:ph type="subTitle" idx="2"/>
          </p:nvPr>
        </p:nvSpPr>
        <p:spPr/>
        <p:txBody>
          <a:bodyPr/>
          <a:lstStyle/>
          <a:p>
            <a:endParaRPr lang="en-US"/>
          </a:p>
        </p:txBody>
      </p:sp>
      <p:pic>
        <p:nvPicPr>
          <p:cNvPr id="5" name="Picture 4"/>
          <p:cNvPicPr>
            <a:picLocks noChangeAspect="1"/>
          </p:cNvPicPr>
          <p:nvPr/>
        </p:nvPicPr>
        <p:blipFill>
          <a:blip r:embed="rId2"/>
          <a:srcRect t="28249" r="371"/>
          <a:stretch>
            <a:fillRect/>
          </a:stretch>
        </p:blipFill>
        <p:spPr>
          <a:xfrm>
            <a:off x="1193397" y="1636150"/>
            <a:ext cx="6050039" cy="3385285"/>
          </a:xfrm>
          <a:prstGeom prst="rect">
            <a:avLst/>
          </a:prstGeom>
        </p:spPr>
      </p:pic>
      <p:pic>
        <p:nvPicPr>
          <p:cNvPr id="7" name="Picture 6" descr="A close-up of a card&#10;&#10;AI-generated content may be incorrect."/>
          <p:cNvPicPr>
            <a:picLocks noChangeAspect="1"/>
          </p:cNvPicPr>
          <p:nvPr/>
        </p:nvPicPr>
        <p:blipFill>
          <a:blip r:embed="rId3"/>
          <a:stretch>
            <a:fillRect/>
          </a:stretch>
        </p:blipFill>
        <p:spPr>
          <a:xfrm>
            <a:off x="842683" y="425169"/>
            <a:ext cx="6908800" cy="121025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Subtitle 3"/>
          <p:cNvSpPr>
            <a:spLocks noGrp="1"/>
          </p:cNvSpPr>
          <p:nvPr>
            <p:ph type="subTitle" idx="2"/>
          </p:nvPr>
        </p:nvSpPr>
        <p:spPr/>
        <p:txBody>
          <a:bodyPr/>
          <a:lstStyle/>
          <a:p>
            <a:endParaRPr lang="en-US"/>
          </a:p>
        </p:txBody>
      </p:sp>
      <p:pic>
        <p:nvPicPr>
          <p:cNvPr id="5" name="2025-12-11 10-27-3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19695" y="67328"/>
            <a:ext cx="8904610" cy="500884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486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0"/>
          <p:cNvSpPr txBox="1">
            <a:spLocks noGrp="1"/>
          </p:cNvSpPr>
          <p:nvPr>
            <p:ph type="title"/>
          </p:nvPr>
        </p:nvSpPr>
        <p:spPr>
          <a:xfrm>
            <a:off x="-1294933"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Conclusion</a:t>
            </a:r>
            <a:endParaRPr dirty="0"/>
          </a:p>
        </p:txBody>
      </p:sp>
      <p:sp>
        <p:nvSpPr>
          <p:cNvPr id="378" name="Google Shape;378;p40"/>
          <p:cNvSpPr txBox="1">
            <a:spLocks noGrp="1"/>
          </p:cNvSpPr>
          <p:nvPr>
            <p:ph type="subTitle" idx="2"/>
          </p:nvPr>
        </p:nvSpPr>
        <p:spPr>
          <a:xfrm>
            <a:off x="1296177" y="1112200"/>
            <a:ext cx="7457679" cy="3874328"/>
          </a:xfrm>
          <a:prstGeom prst="rect">
            <a:avLst/>
          </a:prstGeom>
        </p:spPr>
        <p:txBody>
          <a:bodyPr spcFirstLastPara="1" wrap="square" lIns="91425" tIns="91425" rIns="91425" bIns="91425" anchor="t" anchorCtr="0">
            <a:noAutofit/>
          </a:bodyPr>
          <a:lstStyle/>
          <a:p>
            <a:pPr marL="171450" lvl="0" indent="-171450">
              <a:lnSpc>
                <a:spcPct val="150000"/>
              </a:lnSpc>
              <a:buFont typeface="Arial" panose="020B0604020202020204" pitchFamily="34" charset="0"/>
              <a:buChar char="•"/>
            </a:pPr>
            <a:r>
              <a:rPr lang="en-US" sz="1400" b="1" dirty="0"/>
              <a:t>Key Takeaways: </a:t>
            </a:r>
            <a:r>
              <a:rPr lang="en-US" sz="1400" dirty="0"/>
              <a:t>Deep learning can accurately diagnose complex motor faults. Use of RGB spectrograms was highly effective in differentiating between these faults</a:t>
            </a:r>
          </a:p>
          <a:p>
            <a:pPr marL="171450" lvl="0" indent="-171450">
              <a:lnSpc>
                <a:spcPct val="150000"/>
              </a:lnSpc>
              <a:buFont typeface="Arial" panose="020B0604020202020204" pitchFamily="34" charset="0"/>
              <a:buChar char="•"/>
            </a:pPr>
            <a:r>
              <a:rPr lang="en-US" sz="1400" b="1" dirty="0"/>
              <a:t>Limitations: </a:t>
            </a:r>
            <a:r>
              <a:rPr lang="en-US" sz="1400" dirty="0"/>
              <a:t>This model relies on simulation, not actual hardware data due to budget constraints. While we modelled noise and drift, real industrial environments may contain interference or extra noise that we not captured in training</a:t>
            </a:r>
          </a:p>
          <a:p>
            <a:pPr marL="171450" lvl="0" indent="-171450">
              <a:lnSpc>
                <a:spcPct val="150000"/>
              </a:lnSpc>
              <a:buFont typeface="Arial" panose="020B0604020202020204" pitchFamily="34" charset="0"/>
              <a:buChar char="•"/>
            </a:pPr>
            <a:r>
              <a:rPr lang="en-US" sz="1400" b="1" dirty="0"/>
              <a:t>Future Work:</a:t>
            </a:r>
            <a:r>
              <a:rPr lang="en-US" sz="1400" dirty="0"/>
              <a:t> Training the model on an embedded system like Raspberry Pi with sensors for real-time monitoring and validating results on a physical motor test rig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0"/>
          <p:cNvSpPr txBox="1">
            <a:spLocks noGrp="1"/>
          </p:cNvSpPr>
          <p:nvPr>
            <p:ph type="title"/>
          </p:nvPr>
        </p:nvSpPr>
        <p:spPr>
          <a:xfrm>
            <a:off x="351902" y="670865"/>
            <a:ext cx="5701932" cy="44952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2400" dirty="0"/>
              <a:t>Current Research Areas </a:t>
            </a:r>
            <a:endParaRPr sz="2400" dirty="0"/>
          </a:p>
        </p:txBody>
      </p:sp>
      <p:sp>
        <p:nvSpPr>
          <p:cNvPr id="3" name="Rectangle 1"/>
          <p:cNvSpPr>
            <a:spLocks noChangeArrowheads="1"/>
          </p:cNvSpPr>
          <p:nvPr/>
        </p:nvSpPr>
        <p:spPr bwMode="auto">
          <a:xfrm>
            <a:off x="500584" y="1182440"/>
            <a:ext cx="8082761" cy="1415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Multi-sensor fusion and advanced time–frequency analysis for detecting subtle   motor faults.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Real-time embedded AI systems designed for on-device industrial motor monitoring.</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Digital twins, RUL prediction, and explainable AI for predictive maintenance.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rPr>
              <a:t>Physics-aware machine learning models that integrate motor theory with data-driven fault diagnosis.</a:t>
            </a:r>
          </a:p>
          <a:p>
            <a:pPr marL="0" marR="0" lvl="0" indent="0" algn="just" defTabSz="914400" rtl="0" eaLnBrk="0" fontAlgn="base" latinLnBrk="0" hangingPunct="0">
              <a:lnSpc>
                <a:spcPct val="100000"/>
              </a:lnSpc>
              <a:spcBef>
                <a:spcPct val="0"/>
              </a:spcBef>
              <a:spcAft>
                <a:spcPct val="0"/>
              </a:spcAft>
              <a:buClrTx/>
              <a:buSzTx/>
            </a:pPr>
            <a:endParaRPr kumimoji="0" lang="en-US" altLang="en-US" sz="1200"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p:txBody>
      </p:sp>
      <p:sp>
        <p:nvSpPr>
          <p:cNvPr id="6" name="Google Shape;377;p40"/>
          <p:cNvSpPr txBox="1"/>
          <p:nvPr/>
        </p:nvSpPr>
        <p:spPr>
          <a:xfrm>
            <a:off x="733770" y="2644379"/>
            <a:ext cx="2428681" cy="5592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1pPr>
            <a:lvl2pPr marR="0" lvl="1"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2pPr>
            <a:lvl3pPr marR="0" lvl="2"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3pPr>
            <a:lvl4pPr marR="0" lvl="3"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4pPr>
            <a:lvl5pPr marR="0" lvl="4"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5pPr>
            <a:lvl6pPr marR="0" lvl="5"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6pPr>
            <a:lvl7pPr marR="0" lvl="6"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7pPr>
            <a:lvl8pPr marR="0" lvl="7"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8pPr>
            <a:lvl9pPr marR="0" lvl="8" algn="l" rtl="0">
              <a:lnSpc>
                <a:spcPct val="100000"/>
              </a:lnSpc>
              <a:spcBef>
                <a:spcPts val="0"/>
              </a:spcBef>
              <a:spcAft>
                <a:spcPts val="0"/>
              </a:spcAft>
              <a:buClr>
                <a:schemeClr val="dk1"/>
              </a:buClr>
              <a:buSzPts val="3000"/>
              <a:buFont typeface="Poppins" panose="00000500000000000000"/>
              <a:buNone/>
              <a:defRPr sz="3000" b="1" i="0" u="none" strike="noStrike" cap="none">
                <a:solidFill>
                  <a:schemeClr val="dk1"/>
                </a:solidFill>
                <a:latin typeface="Poppins" panose="00000500000000000000"/>
                <a:ea typeface="Poppins" panose="00000500000000000000"/>
                <a:cs typeface="Poppins" panose="00000500000000000000"/>
                <a:sym typeface="Poppins" panose="00000500000000000000"/>
              </a:defRPr>
            </a:lvl9pPr>
          </a:lstStyle>
          <a:p>
            <a:r>
              <a:rPr lang="en-US" sz="2400" dirty="0"/>
              <a:t>References</a:t>
            </a:r>
          </a:p>
        </p:txBody>
      </p:sp>
      <p:sp>
        <p:nvSpPr>
          <p:cNvPr id="7" name="Rectangle 1"/>
          <p:cNvSpPr>
            <a:spLocks noChangeArrowheads="1"/>
          </p:cNvSpPr>
          <p:nvPr/>
        </p:nvSpPr>
        <p:spPr bwMode="auto">
          <a:xfrm>
            <a:off x="500585" y="3957656"/>
            <a:ext cx="77290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a:p>
            <a:pPr marL="0" marR="0" lvl="0" indent="0" algn="just" defTabSz="914400" rtl="0" eaLnBrk="0" fontAlgn="base" latinLnBrk="0" hangingPunct="0">
              <a:lnSpc>
                <a:spcPct val="100000"/>
              </a:lnSpc>
              <a:spcBef>
                <a:spcPct val="0"/>
              </a:spcBef>
              <a:spcAft>
                <a:spcPct val="0"/>
              </a:spcAft>
              <a:buClrTx/>
              <a:buSzTx/>
            </a:pPr>
            <a:endParaRPr kumimoji="0" lang="en-US" altLang="en-US" b="0" i="0" u="none" strike="noStrike" cap="none" normalizeH="0" baseline="0" dirty="0">
              <a:ln>
                <a:noFill/>
              </a:ln>
              <a:solidFill>
                <a:schemeClr val="tx1"/>
              </a:solidFill>
              <a:effectLst/>
              <a:latin typeface="Poppins" panose="00000500000000000000" pitchFamily="2" charset="0"/>
              <a:cs typeface="Poppins" panose="00000500000000000000" pitchFamily="2" charset="0"/>
            </a:endParaRPr>
          </a:p>
        </p:txBody>
      </p:sp>
      <p:sp>
        <p:nvSpPr>
          <p:cNvPr id="10" name="TextBox 9"/>
          <p:cNvSpPr txBox="1"/>
          <p:nvPr/>
        </p:nvSpPr>
        <p:spPr>
          <a:xfrm>
            <a:off x="500584" y="3203603"/>
            <a:ext cx="8426496" cy="1815882"/>
          </a:xfrm>
          <a:prstGeom prst="rect">
            <a:avLst/>
          </a:prstGeom>
          <a:noFill/>
        </p:spPr>
        <p:txBody>
          <a:bodyPr wrap="square">
            <a:spAutoFit/>
          </a:bodyPr>
          <a:lstStyle/>
          <a:p>
            <a:pPr marL="285750" indent="-285750">
              <a:buFont typeface="Arial" panose="020B0604020202020204" pitchFamily="34" charset="0"/>
              <a:buChar char="•"/>
            </a:pPr>
            <a:r>
              <a:rPr lang="en-US" sz="800" b="1" dirty="0">
                <a:latin typeface="Poppins" panose="00000500000000000000" pitchFamily="2" charset="0"/>
                <a:cs typeface="Poppins" panose="00000500000000000000" pitchFamily="2" charset="0"/>
              </a:rPr>
              <a:t>Broken Rotor Bar (BRB) Fault Severity Reference </a:t>
            </a:r>
            <a:r>
              <a:rPr lang="en-US" sz="800" dirty="0">
                <a:latin typeface="Poppins" panose="00000500000000000000" pitchFamily="2" charset="0"/>
                <a:cs typeface="Poppins" panose="00000500000000000000" pitchFamily="2" charset="0"/>
              </a:rPr>
              <a:t>: A. Bellini, F. </a:t>
            </a:r>
            <a:r>
              <a:rPr lang="en-US" sz="800" dirty="0" err="1">
                <a:latin typeface="Poppins" panose="00000500000000000000" pitchFamily="2" charset="0"/>
                <a:cs typeface="Poppins" panose="00000500000000000000" pitchFamily="2" charset="0"/>
              </a:rPr>
              <a:t>Filippetti</a:t>
            </a:r>
            <a:r>
              <a:rPr lang="en-US" sz="800" dirty="0">
                <a:latin typeface="Poppins" panose="00000500000000000000" pitchFamily="2" charset="0"/>
                <a:cs typeface="Poppins" panose="00000500000000000000" pitchFamily="2" charset="0"/>
              </a:rPr>
              <a:t>, G. Franceschini, C. Tassoni, and G. B. Kliman, “Quantitative evaluation of induction motor broken bars by means of electrical signature analysis,” </a:t>
            </a:r>
            <a:r>
              <a:rPr lang="en-US" sz="800" i="1" dirty="0">
                <a:latin typeface="Poppins" panose="00000500000000000000" pitchFamily="2" charset="0"/>
                <a:cs typeface="Poppins" panose="00000500000000000000" pitchFamily="2" charset="0"/>
              </a:rPr>
              <a:t>IEEE Transactions on Industry Applications</a:t>
            </a:r>
            <a:r>
              <a:rPr lang="en-US" sz="800" dirty="0">
                <a:latin typeface="Poppins" panose="00000500000000000000" pitchFamily="2" charset="0"/>
                <a:cs typeface="Poppins" panose="00000500000000000000" pitchFamily="2" charset="0"/>
              </a:rPr>
              <a:t>, vol. 37, no. 5, pp. 1248–1255, 2001.</a:t>
            </a:r>
          </a:p>
          <a:p>
            <a:endParaRPr lang="en-US" sz="8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800" b="1" dirty="0">
                <a:latin typeface="Poppins" panose="00000500000000000000" pitchFamily="2" charset="0"/>
                <a:cs typeface="Poppins" panose="00000500000000000000" pitchFamily="2" charset="0"/>
              </a:rPr>
              <a:t>Voltage Imbalance (VI) Reference</a:t>
            </a:r>
            <a:r>
              <a:rPr lang="en-US" sz="800" dirty="0">
                <a:latin typeface="Poppins" panose="00000500000000000000" pitchFamily="2" charset="0"/>
                <a:cs typeface="Poppins" panose="00000500000000000000" pitchFamily="2" charset="0"/>
              </a:rPr>
              <a:t> : Advanced Manufacturing Office, Energy Efficiency and Renewable Energy, “Eliminate Voltage Unbalance in Motor Systems,” U.S. Department of Energy, Washington, DC, 20585-0121. (Available online: energy.gov — 2014.)</a:t>
            </a:r>
          </a:p>
          <a:p>
            <a:endParaRPr lang="en-US" sz="8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800" b="1" dirty="0">
                <a:latin typeface="Poppins" panose="00000500000000000000" pitchFamily="2" charset="0"/>
                <a:cs typeface="Poppins" panose="00000500000000000000" pitchFamily="2" charset="0"/>
              </a:rPr>
              <a:t>Eccentricity Fault Reference </a:t>
            </a:r>
            <a:r>
              <a:rPr lang="en-US" sz="800" dirty="0">
                <a:latin typeface="Poppins" panose="00000500000000000000" pitchFamily="2" charset="0"/>
                <a:cs typeface="Poppins" panose="00000500000000000000" pitchFamily="2" charset="0"/>
              </a:rPr>
              <a:t>: D. G. Dorrell, W. T. Thomson, and S. Roach,</a:t>
            </a:r>
            <a:br>
              <a:rPr lang="en-US" sz="800" dirty="0">
                <a:latin typeface="Poppins" panose="00000500000000000000" pitchFamily="2" charset="0"/>
                <a:cs typeface="Poppins" panose="00000500000000000000" pitchFamily="2" charset="0"/>
              </a:rPr>
            </a:br>
            <a:r>
              <a:rPr lang="en-US" sz="800" dirty="0">
                <a:latin typeface="Poppins" panose="00000500000000000000" pitchFamily="2" charset="0"/>
                <a:cs typeface="Poppins" panose="00000500000000000000" pitchFamily="2" charset="0"/>
              </a:rPr>
              <a:t>“Analysis of airgap flux, current, and vibration signals as a function of static and dynamic airgap eccentricity in 3-phase induction motors,” </a:t>
            </a:r>
            <a:r>
              <a:rPr lang="en-US" sz="800" i="1" dirty="0">
                <a:latin typeface="Poppins" panose="00000500000000000000" pitchFamily="2" charset="0"/>
                <a:cs typeface="Poppins" panose="00000500000000000000" pitchFamily="2" charset="0"/>
              </a:rPr>
              <a:t>IEEE Transactions on Industry Applications</a:t>
            </a:r>
            <a:r>
              <a:rPr lang="en-US" sz="800" dirty="0">
                <a:latin typeface="Poppins" panose="00000500000000000000" pitchFamily="2" charset="0"/>
                <a:cs typeface="Poppins" panose="00000500000000000000" pitchFamily="2" charset="0"/>
              </a:rPr>
              <a:t>, vol. 33, no. 1, pp. 24–34, 1997.</a:t>
            </a:r>
          </a:p>
          <a:p>
            <a:endParaRPr lang="en-US" sz="8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sz="800" b="1" dirty="0">
                <a:latin typeface="Poppins" panose="00000500000000000000" pitchFamily="2" charset="0"/>
                <a:cs typeface="Poppins" panose="00000500000000000000" pitchFamily="2" charset="0"/>
              </a:rPr>
              <a:t>Bearing Fault Reference </a:t>
            </a:r>
            <a:r>
              <a:rPr lang="en-US" sz="800" dirty="0">
                <a:latin typeface="Poppins" panose="00000500000000000000" pitchFamily="2" charset="0"/>
                <a:cs typeface="Poppins" panose="00000500000000000000" pitchFamily="2" charset="0"/>
              </a:rPr>
              <a:t>: R. R. Schoen, T. G. Habetler, F. Kamran, and R. G. </a:t>
            </a:r>
            <a:r>
              <a:rPr lang="en-US" sz="800" dirty="0" err="1">
                <a:latin typeface="Poppins" panose="00000500000000000000" pitchFamily="2" charset="0"/>
                <a:cs typeface="Poppins" panose="00000500000000000000" pitchFamily="2" charset="0"/>
              </a:rPr>
              <a:t>Bartheld</a:t>
            </a:r>
            <a:r>
              <a:rPr lang="en-US" sz="800" dirty="0">
                <a:latin typeface="Poppins" panose="00000500000000000000" pitchFamily="2" charset="0"/>
                <a:cs typeface="Poppins" panose="00000500000000000000" pitchFamily="2" charset="0"/>
              </a:rPr>
              <a:t>,</a:t>
            </a:r>
            <a:br>
              <a:rPr lang="en-US" sz="800" dirty="0">
                <a:latin typeface="Poppins" panose="00000500000000000000" pitchFamily="2" charset="0"/>
                <a:cs typeface="Poppins" panose="00000500000000000000" pitchFamily="2" charset="0"/>
              </a:rPr>
            </a:br>
            <a:r>
              <a:rPr lang="en-US" sz="800" dirty="0">
                <a:latin typeface="Poppins" panose="00000500000000000000" pitchFamily="2" charset="0"/>
                <a:cs typeface="Poppins" panose="00000500000000000000" pitchFamily="2" charset="0"/>
              </a:rPr>
              <a:t>“Motor bearing damage detection using stator current monitoring,” </a:t>
            </a:r>
            <a:r>
              <a:rPr lang="en-US" sz="800" i="1" dirty="0">
                <a:latin typeface="Poppins" panose="00000500000000000000" pitchFamily="2" charset="0"/>
                <a:cs typeface="Poppins" panose="00000500000000000000" pitchFamily="2" charset="0"/>
              </a:rPr>
              <a:t>IEEE Transactions on Industry Applications</a:t>
            </a:r>
            <a:r>
              <a:rPr lang="en-US" sz="800" dirty="0">
                <a:latin typeface="Poppins" panose="00000500000000000000" pitchFamily="2" charset="0"/>
                <a:cs typeface="Poppins" panose="00000500000000000000" pitchFamily="2" charset="0"/>
              </a:rPr>
              <a:t>, vol. 31, no. 6, pp. 1274–1279, 1995.</a:t>
            </a:r>
          </a:p>
          <a:p>
            <a:pPr marL="285750" indent="-285750">
              <a:buFont typeface="Arial" panose="020B0604020202020204" pitchFamily="34" charset="0"/>
              <a:buChar char="•"/>
            </a:pPr>
            <a:endParaRPr lang="en-US" sz="800" dirty="0">
              <a:latin typeface="Poppins" panose="00000500000000000000" pitchFamily="2" charset="0"/>
              <a:cs typeface="Poppins" panose="00000500000000000000" pitchFamily="2" charset="0"/>
            </a:endParaRPr>
          </a:p>
          <a:p>
            <a:endParaRPr lang="en-US" sz="800" dirty="0">
              <a:latin typeface="Poppins" panose="00000500000000000000" pitchFamily="2" charset="0"/>
              <a:cs typeface="Poppins" panose="00000500000000000000" pitchFamily="2" charset="0"/>
            </a:endParaRPr>
          </a:p>
        </p:txBody>
      </p:sp>
    </p:spTree>
  </p:cSld>
  <p:clrMapOvr>
    <a:masterClrMapping/>
  </p:clrMapOvr>
</p:sld>
</file>

<file path=ppt/theme/theme1.xml><?xml version="1.0" encoding="utf-8"?>
<a:theme xmlns:a="http://schemas.openxmlformats.org/drawingml/2006/main" name="Industrial Preliminary Project by Slidesgo">
  <a:themeElements>
    <a:clrScheme name="Simple Light">
      <a:dk1>
        <a:srgbClr val="202A41"/>
      </a:dk1>
      <a:lt1>
        <a:srgbClr val="FFFFFF"/>
      </a:lt1>
      <a:dk2>
        <a:srgbClr val="516988"/>
      </a:dk2>
      <a:lt2>
        <a:srgbClr val="D3E1F1"/>
      </a:lt2>
      <a:accent1>
        <a:srgbClr val="90ABCE"/>
      </a:accent1>
      <a:accent2>
        <a:srgbClr val="6E86A5"/>
      </a:accent2>
      <a:accent3>
        <a:srgbClr val="F5F4F3"/>
      </a:accent3>
      <a:accent4>
        <a:srgbClr val="FFFFFF"/>
      </a:accent4>
      <a:accent5>
        <a:srgbClr val="FFFFFF"/>
      </a:accent5>
      <a:accent6>
        <a:srgbClr val="FFFFFF"/>
      </a:accent6>
      <a:hlink>
        <a:srgbClr val="202A4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1403</Words>
  <Application>Microsoft Office PowerPoint</Application>
  <PresentationFormat>On-screen Show (16:9)</PresentationFormat>
  <Paragraphs>98</Paragraphs>
  <Slides>16</Slides>
  <Notes>14</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Anaheim</vt:lpstr>
      <vt:lpstr>Arial</vt:lpstr>
      <vt:lpstr>Poppins</vt:lpstr>
      <vt:lpstr>Nunito Light</vt:lpstr>
      <vt:lpstr>Industrial Preliminary Project by Slidesgo</vt:lpstr>
      <vt:lpstr> Induction Motor Fault Diagnosis using Convolutional Neural Networks      </vt:lpstr>
      <vt:lpstr>Introduction   </vt:lpstr>
      <vt:lpstr>Simulink Models and Working     </vt:lpstr>
      <vt:lpstr>Voltage Imbalance</vt:lpstr>
      <vt:lpstr>Bearing Fault</vt:lpstr>
      <vt:lpstr>Broken Rotor Bar</vt:lpstr>
      <vt:lpstr>Eccentricity</vt:lpstr>
      <vt:lpstr>Inter-Turn Short</vt:lpstr>
      <vt:lpstr>PowerPoint Presentation</vt:lpstr>
      <vt:lpstr>Signal Processing Pipeline</vt:lpstr>
      <vt:lpstr>PowerPoint Presentation</vt:lpstr>
      <vt:lpstr>PowerPoint Presentation</vt:lpstr>
      <vt:lpstr>PowerPoint Presentation</vt:lpstr>
      <vt:lpstr>PowerPoint Presentation</vt:lpstr>
      <vt:lpstr>Conclusion</vt:lpstr>
      <vt:lpstr>Current Research Areas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Motor Fault Diagnosis using Convolutional Neural Networks</dc:title>
  <dc:creator>SmartTech</dc:creator>
  <cp:lastModifiedBy>Kumail Ahmad</cp:lastModifiedBy>
  <cp:revision>18</cp:revision>
  <dcterms:created xsi:type="dcterms:W3CDTF">2025-12-11T06:35:06Z</dcterms:created>
  <dcterms:modified xsi:type="dcterms:W3CDTF">2025-12-19T04:32:54Z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DAC80EB16F814B00A0FF22598AE621D2_13</vt:lpwstr>
  </property>
  <property fmtid="{D5CDD505-2E9C-101B-9397-08002B2CF9AE}" pid="3" name="KSOProductBuildVer">
    <vt:lpwstr>2057-12.2.0.23155</vt:lpwstr>
  </property>
</Properties>
</file>